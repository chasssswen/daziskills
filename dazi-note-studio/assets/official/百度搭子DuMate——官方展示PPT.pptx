
<file path=[Content_Types].xml><?xml version="1.0" encoding="utf-8"?>
<Types xmlns="http://schemas.openxmlformats.org/package/2006/content-types">
  <Default Extension="png" ContentType="image/png"/>
  <Default Extension="jpeg" ContentType="image/jpe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6"/>
  </p:notesMasterIdLst>
  <p:sldIdLst>
    <p:sldId id="266" r:id="rId4"/>
    <p:sldId id="272" r:id="rId5"/>
    <p:sldId id="262" r:id="rId7"/>
    <p:sldId id="286" r:id="rId8"/>
    <p:sldId id="287" r:id="rId9"/>
    <p:sldId id="274" r:id="rId10"/>
    <p:sldId id="259" r:id="rId11"/>
    <p:sldId id="285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1pPr>
    <a:lvl2pPr marL="0" marR="0" indent="457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2pPr>
    <a:lvl3pPr marL="0" marR="0" indent="914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3pPr>
    <a:lvl4pPr marL="0" marR="0" indent="1371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4pPr>
    <a:lvl5pPr marL="0" marR="0" indent="18288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5pPr>
    <a:lvl6pPr marL="0" marR="0" indent="22860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6pPr>
    <a:lvl7pPr marL="0" marR="0" indent="2743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7pPr>
    <a:lvl8pPr marL="0" marR="0" indent="3200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8pPr>
    <a:lvl9pPr marL="0" marR="0" indent="3657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a Vida Villanueva" initials="MVV" lastIdx="0" clrIdx="0"/>
  <p:cmAuthor id="2" name="Xu Hao" initials="XH" lastIdx="0" clrIdx="1"/>
  <p:cmAuthor id="3" name="徐婷婷_uUNbymAf" initials="authorId_5be9420477fcc9d3867de0b00fabf596" lastIdx="0" clrIdx="2"/>
  <p:cmAuthor id="4" name="Chu,Gaosi" initials="C" lastIdx="0" clrIdx="3"/>
  <p:cmAuthor id="5" name="Hao Xu" initials="HX" lastIdx="0" clrIdx="4"/>
  <p:cmAuthor id="6" name="刘大铭" initials="liudm" lastIdx="0" clrIdx="5"/>
  <p:cmAuthor id="7" name="pc" initials="p" lastIdx="0" clrIdx="6"/>
  <p:cmAuthor id="8" name="耿 杰" initials="耿" lastIdx="0" clrIdx="7"/>
  <p:cmAuthor id="9" name="zu cheng" initials="zc" lastIdx="0" clrIdx="8"/>
  <p:cmAuthor id="10" name="mxnavi" initials="m" lastIdx="0" clrIdx="9"/>
  <p:cmAuthor id="11" name="liveb" initials="l" lastIdx="0" clrIdx="10"/>
  <p:cmAuthor id="12" name="songshuang0503@126.com" initials="s" lastIdx="0" clrIdx="11"/>
  <p:cmAuthor id="13" name="作者" initials="A" lastIdx="0" clrIdx="12"/>
  <p:cmAuthor id="14" name="壮 苗" initials="壮苗" lastIdx="0" clrIdx="13"/>
  <p:cmAuthor id="15" name="Wang Yu" initials="WY" lastIdx="0" clrIdx="14"/>
  <p:cmAuthor id="16" name="李莹_umyqBfeI" initials="authorId_d40f8bcd5a529c73f308975d3a06c8c4" lastIdx="0" clrIdx="1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59D"/>
    <a:srgbClr val="F3BE6A"/>
    <a:srgbClr val="0040C5"/>
    <a:srgbClr val="325BFF"/>
    <a:srgbClr val="B7D2FF"/>
    <a:srgbClr val="595959"/>
    <a:srgbClr val="C76D00"/>
    <a:srgbClr val="4884EC"/>
    <a:srgbClr val="FF8B00"/>
    <a:srgbClr val="FCAD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33"/>
    <p:restoredTop sz="94677"/>
  </p:normalViewPr>
  <p:slideViewPr>
    <p:cSldViewPr snapToGrid="0" showGuides="1">
      <p:cViewPr>
        <p:scale>
          <a:sx n="43" d="100"/>
          <a:sy n="43" d="100"/>
        </p:scale>
        <p:origin x="1432" y="544"/>
      </p:cViewPr>
      <p:guideLst>
        <p:guide orient="horz" pos="847"/>
        <p:guide pos="7680"/>
        <p:guide orient="horz" pos="42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等线"/>
      </a:defRPr>
    </a:lvl1pPr>
    <a:lvl2pPr indent="228600" defTabSz="1828800" latinLnBrk="0">
      <a:defRPr sz="2400">
        <a:latin typeface="+mn-lt"/>
        <a:ea typeface="+mn-ea"/>
        <a:cs typeface="+mn-cs"/>
        <a:sym typeface="等线"/>
      </a:defRPr>
    </a:lvl2pPr>
    <a:lvl3pPr indent="457200" defTabSz="1828800" latinLnBrk="0">
      <a:defRPr sz="2400">
        <a:latin typeface="+mn-lt"/>
        <a:ea typeface="+mn-ea"/>
        <a:cs typeface="+mn-cs"/>
        <a:sym typeface="等线"/>
      </a:defRPr>
    </a:lvl3pPr>
    <a:lvl4pPr indent="685800" defTabSz="1828800" latinLnBrk="0">
      <a:defRPr sz="2400">
        <a:latin typeface="+mn-lt"/>
        <a:ea typeface="+mn-ea"/>
        <a:cs typeface="+mn-cs"/>
        <a:sym typeface="等线"/>
      </a:defRPr>
    </a:lvl4pPr>
    <a:lvl5pPr indent="914400" defTabSz="1828800" latinLnBrk="0">
      <a:defRPr sz="2400">
        <a:latin typeface="+mn-lt"/>
        <a:ea typeface="+mn-ea"/>
        <a:cs typeface="+mn-cs"/>
        <a:sym typeface="等线"/>
      </a:defRPr>
    </a:lvl5pPr>
    <a:lvl6pPr indent="1143000" defTabSz="1828800" latinLnBrk="0">
      <a:defRPr sz="2400">
        <a:latin typeface="+mn-lt"/>
        <a:ea typeface="+mn-ea"/>
        <a:cs typeface="+mn-cs"/>
        <a:sym typeface="等线"/>
      </a:defRPr>
    </a:lvl6pPr>
    <a:lvl7pPr indent="1371600" defTabSz="1828800" latinLnBrk="0">
      <a:defRPr sz="2400">
        <a:latin typeface="+mn-lt"/>
        <a:ea typeface="+mn-ea"/>
        <a:cs typeface="+mn-cs"/>
        <a:sym typeface="等线"/>
      </a:defRPr>
    </a:lvl7pPr>
    <a:lvl8pPr indent="1600200" defTabSz="1828800" latinLnBrk="0">
      <a:defRPr sz="2400">
        <a:latin typeface="+mn-lt"/>
        <a:ea typeface="+mn-ea"/>
        <a:cs typeface="+mn-cs"/>
        <a:sym typeface="等线"/>
      </a:defRPr>
    </a:lvl8pPr>
    <a:lvl9pPr indent="1828800" defTabSz="1828800" latinLnBrk="0">
      <a:defRPr sz="2400">
        <a:latin typeface="+mn-lt"/>
        <a:ea typeface="+mn-ea"/>
        <a:cs typeface="+mn-cs"/>
        <a:sym typeface="等线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microsoft.com/office/2007/relationships/hdphoto" Target="../media/image9.wdp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microsoft.com/office/2007/relationships/hdphoto" Target="../media/image9.wdp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77" y="242330"/>
            <a:ext cx="1559858" cy="49536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内容bj-2.jpg" descr="内容bj-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" name="百度creat-logo.png" descr="百度creat-logo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91214" y="557972"/>
            <a:ext cx="2961589" cy="1029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0" y="558165"/>
            <a:ext cx="2962275" cy="94107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_副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bj-1.jpg" descr="内容bj-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" name="百度creat-logo.png" descr="百度creat-logo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91214" y="557972"/>
            <a:ext cx="2961589" cy="1029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0" y="558165"/>
            <a:ext cx="2962275" cy="94107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" y="0"/>
            <a:ext cx="24383994" cy="13715998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3998" cy="13715998"/>
          </a:xfrm>
          <a:prstGeom prst="rect">
            <a:avLst/>
          </a:prstGeom>
        </p:spPr>
      </p:pic>
      <p:pic>
        <p:nvPicPr>
          <p:cNvPr id="10" name="图片 9" descr="卡通人物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2" t="30936" r="81954" b="45319"/>
          <a:stretch>
            <a:fillRect/>
          </a:stretch>
        </p:blipFill>
        <p:spPr>
          <a:xfrm>
            <a:off x="525248" y="11613004"/>
            <a:ext cx="1614238" cy="1826454"/>
          </a:xfrm>
          <a:prstGeom prst="rect">
            <a:avLst/>
          </a:prstGeom>
        </p:spPr>
      </p:pic>
      <p:pic>
        <p:nvPicPr>
          <p:cNvPr id="16" name="图片 15" descr="图片包含 游戏机, 伞&#10;&#10;AI 生成的内容可能不正确。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6872" y="-412046"/>
            <a:ext cx="1595070" cy="184014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77" y="242330"/>
            <a:ext cx="1559858" cy="49536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内容bj-2.jpg" descr="内容bj-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" name="百度creat-logo.png" descr="百度creat-logo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91214" y="557972"/>
            <a:ext cx="2961589" cy="1029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0" y="558165"/>
            <a:ext cx="2962275" cy="94107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_副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bj-1.jpg" descr="内容bj-1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" name="百度creat-logo.png" descr="百度creat-logo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91214" y="557972"/>
            <a:ext cx="2961589" cy="1029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0" y="558165"/>
            <a:ext cx="2962275" cy="94107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" y="0"/>
            <a:ext cx="24383994" cy="13715998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3998" cy="13715998"/>
          </a:xfrm>
          <a:prstGeom prst="rect">
            <a:avLst/>
          </a:prstGeom>
        </p:spPr>
      </p:pic>
      <p:pic>
        <p:nvPicPr>
          <p:cNvPr id="10" name="图片 9" descr="卡通人物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2" t="30936" r="81954" b="45319"/>
          <a:stretch>
            <a:fillRect/>
          </a:stretch>
        </p:blipFill>
        <p:spPr>
          <a:xfrm>
            <a:off x="525248" y="11613004"/>
            <a:ext cx="1614238" cy="1826454"/>
          </a:xfrm>
          <a:prstGeom prst="rect">
            <a:avLst/>
          </a:prstGeom>
        </p:spPr>
      </p:pic>
      <p:pic>
        <p:nvPicPr>
          <p:cNvPr id="16" name="图片 15" descr="图片包含 游戏机, 伞&#10;&#10;AI 生成的内容可能不正确。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6872" y="-412046"/>
            <a:ext cx="1595070" cy="184014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 descr="图片 7"/>
          <p:cNvPicPr>
            <a:picLocks noChangeAspect="1"/>
          </p:cNvPicPr>
          <p:nvPr/>
        </p:nvPicPr>
        <p:blipFill>
          <a:blip r:embed="rId6">
            <a:alphaModFix amt="25000"/>
          </a:blip>
          <a:stretch>
            <a:fillRect/>
          </a:stretch>
        </p:blipFill>
        <p:spPr>
          <a:xfrm>
            <a:off x="-1" y="-1"/>
            <a:ext cx="24384001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1" descr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00759" y="664543"/>
            <a:ext cx="2404417" cy="7019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矩形: 圆角 14"/>
          <p:cNvSpPr/>
          <p:nvPr/>
        </p:nvSpPr>
        <p:spPr>
          <a:xfrm>
            <a:off x="-25102918" y="13716000"/>
            <a:ext cx="75559401" cy="74717741"/>
          </a:xfrm>
          <a:prstGeom prst="roundRect">
            <a:avLst>
              <a:gd name="adj" fmla="val 50000"/>
            </a:avLst>
          </a:prstGeom>
          <a:solidFill>
            <a:srgbClr val="E9EAF5">
              <a:alpha val="69873"/>
            </a:srgbClr>
          </a:solidFill>
          <a:ln w="25400">
            <a:miter lim="400000"/>
          </a:ln>
          <a:effectLst>
            <a:outerShdw blurRad="1270000" dist="635000" dir="16559561" rotWithShape="0">
              <a:srgbClr val="A2FDFF"/>
            </a:outerShdw>
          </a:effectLst>
        </p:spPr>
        <p:txBody>
          <a:bodyPr tIns="91439" bIns="91439" anchor="ctr"/>
          <a:lstStyle/>
          <a:p>
            <a:pPr algn="ctr">
              <a:defRPr sz="4800">
                <a:solidFill>
                  <a:srgbClr val="262626"/>
                </a:solidFill>
                <a:latin typeface="MiSans Medium"/>
                <a:ea typeface="MiSans Medium"/>
                <a:cs typeface="MiSans Medium"/>
                <a:sym typeface="MiSans Medium"/>
              </a:defRPr>
            </a:pPr>
            <a:endParaRPr b="0" i="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6" name="标题文本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7" name="正文级别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</p:spPr>
        <p:txBody>
          <a:bodyPr tIns="91439" bIns="9143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lvl1pPr algn="r">
              <a:defRPr sz="24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Alibaba PuHuiTi R" pitchFamily="18" charset="-122"/>
          <a:ea typeface="Alibaba PuHuiTi R" pitchFamily="18" charset="-122"/>
          <a:cs typeface="Alibaba PuHuiTi R" pitchFamily="18" charset="-122"/>
          <a:sym typeface="MiSans Normal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1pPr>
      <a:lvl2pPr marL="990600" marR="0" indent="-5334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2pPr>
      <a:lvl3pPr marL="1554480" marR="0" indent="-64008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3pPr>
      <a:lvl4pPr marL="2082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4pPr>
      <a:lvl5pPr marL="25400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5pPr>
      <a:lvl6pPr marL="29972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6pPr>
      <a:lvl7pPr marL="34544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7pPr>
      <a:lvl8pPr marL="39116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8pPr>
      <a:lvl9pPr marL="4368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1pPr>
      <a:lvl2pPr marL="0" marR="0" indent="457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2pPr>
      <a:lvl3pPr marL="0" marR="0" indent="914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3pPr>
      <a:lvl4pPr marL="0" marR="0" indent="1371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4pPr>
      <a:lvl5pPr marL="0" marR="0" indent="18288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5pPr>
      <a:lvl6pPr marL="0" marR="0" indent="22860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6pPr>
      <a:lvl7pPr marL="0" marR="0" indent="2743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7pPr>
      <a:lvl8pPr marL="0" marR="0" indent="3200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8pPr>
      <a:lvl9pPr marL="0" marR="0" indent="3657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 descr="图片 7"/>
          <p:cNvPicPr>
            <a:picLocks noChangeAspect="1"/>
          </p:cNvPicPr>
          <p:nvPr/>
        </p:nvPicPr>
        <p:blipFill>
          <a:blip r:embed="rId6">
            <a:alphaModFix amt="25000"/>
          </a:blip>
          <a:stretch>
            <a:fillRect/>
          </a:stretch>
        </p:blipFill>
        <p:spPr>
          <a:xfrm>
            <a:off x="-1" y="-1"/>
            <a:ext cx="24384001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1" descr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00759" y="664543"/>
            <a:ext cx="2404417" cy="7019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矩形: 圆角 14"/>
          <p:cNvSpPr/>
          <p:nvPr/>
        </p:nvSpPr>
        <p:spPr>
          <a:xfrm>
            <a:off x="-25102918" y="13716000"/>
            <a:ext cx="75559401" cy="74717741"/>
          </a:xfrm>
          <a:prstGeom prst="roundRect">
            <a:avLst>
              <a:gd name="adj" fmla="val 50000"/>
            </a:avLst>
          </a:prstGeom>
          <a:solidFill>
            <a:srgbClr val="E9EAF5">
              <a:alpha val="69873"/>
            </a:srgbClr>
          </a:solidFill>
          <a:ln w="25400">
            <a:miter lim="400000"/>
          </a:ln>
          <a:effectLst>
            <a:outerShdw blurRad="1270000" dist="635000" dir="16559561" rotWithShape="0">
              <a:srgbClr val="A2FDFF"/>
            </a:outerShdw>
          </a:effectLst>
        </p:spPr>
        <p:txBody>
          <a:bodyPr tIns="91439" bIns="91439" anchor="ctr"/>
          <a:lstStyle/>
          <a:p>
            <a:pPr algn="ctr">
              <a:defRPr sz="4800">
                <a:solidFill>
                  <a:srgbClr val="262626"/>
                </a:solidFill>
                <a:latin typeface="MiSans Medium"/>
                <a:ea typeface="MiSans Medium"/>
                <a:cs typeface="MiSans Medium"/>
                <a:sym typeface="MiSans Medium"/>
              </a:defRPr>
            </a:pPr>
            <a:endParaRPr sz="3600" b="0" i="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6" name="标题文本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7" name="正文级别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</p:spPr>
        <p:txBody>
          <a:bodyPr tIns="91439" bIns="9143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lvl1pPr algn="r">
              <a:defRPr sz="24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ransition spd="med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Alibaba PuHuiTi R" pitchFamily="18" charset="-122"/>
          <a:ea typeface="Alibaba PuHuiTi R" pitchFamily="18" charset="-122"/>
          <a:cs typeface="Alibaba PuHuiTi R" pitchFamily="18" charset="-122"/>
          <a:sym typeface="MiSans Normal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solidFill>
            <a:srgbClr val="000000"/>
          </a:solidFill>
          <a:uFillTx/>
          <a:latin typeface="MiSans Normal"/>
          <a:ea typeface="MiSans Normal"/>
          <a:cs typeface="MiSans Normal"/>
          <a:sym typeface="MiSans Normal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1pPr>
      <a:lvl2pPr marL="990600" marR="0" indent="-5334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2pPr>
      <a:lvl3pPr marL="1554480" marR="0" indent="-64008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3pPr>
      <a:lvl4pPr marL="2082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4pPr>
      <a:lvl5pPr marL="25400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5pPr>
      <a:lvl6pPr marL="29972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6pPr>
      <a:lvl7pPr marL="34544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7pPr>
      <a:lvl8pPr marL="39116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8pPr>
      <a:lvl9pPr marL="4368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90204"/>
        <a:buChar char="•"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1pPr>
      <a:lvl2pPr marL="0" marR="0" indent="457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2pPr>
      <a:lvl3pPr marL="0" marR="0" indent="914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3pPr>
      <a:lvl4pPr marL="0" marR="0" indent="1371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4pPr>
      <a:lvl5pPr marL="0" marR="0" indent="18288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5pPr>
      <a:lvl6pPr marL="0" marR="0" indent="22860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6pPr>
      <a:lvl7pPr marL="0" marR="0" indent="27432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7pPr>
      <a:lvl8pPr marL="0" marR="0" indent="32004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8pPr>
      <a:lvl9pPr marL="0" marR="0" indent="365760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3.svg"/><Relationship Id="rId5" Type="http://schemas.openxmlformats.org/officeDocument/2006/relationships/image" Target="../media/image25.png"/><Relationship Id="rId4" Type="http://schemas.openxmlformats.org/officeDocument/2006/relationships/image" Target="../media/image2.svg"/><Relationship Id="rId3" Type="http://schemas.openxmlformats.org/officeDocument/2006/relationships/image" Target="../media/image24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31.png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2" Type="http://schemas.openxmlformats.org/officeDocument/2006/relationships/slideLayout" Target="../slideLayouts/slideLayout8.xml"/><Relationship Id="rId11" Type="http://schemas.openxmlformats.org/officeDocument/2006/relationships/image" Target="../media/image42.png"/><Relationship Id="rId10" Type="http://schemas.openxmlformats.org/officeDocument/2006/relationships/image" Target="../media/image4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7.png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53.jpeg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矩形"/>
          <p:cNvSpPr/>
          <p:nvPr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52230">
                <a:srgbClr val="B4CEF5">
                  <a:alpha val="0"/>
                </a:srgbClr>
              </a:gs>
              <a:gs pos="76964">
                <a:srgbClr val="B4CFF6">
                  <a:alpha val="38399"/>
                </a:srgbClr>
              </a:gs>
              <a:gs pos="100000">
                <a:srgbClr val="B5D0F7">
                  <a:alpha val="76799"/>
                </a:srgbClr>
              </a:gs>
            </a:gsLst>
          </a:gradFill>
          <a:ln w="38100">
            <a:solidFill>
              <a:srgbClr val="F1EDFB">
                <a:alpha val="76799"/>
              </a:srgbClr>
            </a:solidFill>
            <a:miter/>
          </a:ln>
        </p:spPr>
        <p:txBody>
          <a:bodyPr tIns="91439" bIns="91439" anchor="ctr"/>
          <a:lstStyle/>
          <a:p/>
        </p:txBody>
      </p:sp>
      <p:pic>
        <p:nvPicPr>
          <p:cNvPr id="192" name="云2.png" descr="云2.png"/>
          <p:cNvPicPr>
            <a:picLocks noChangeAspect="1"/>
          </p:cNvPicPr>
          <p:nvPr/>
        </p:nvPicPr>
        <p:blipFill>
          <a:blip r:embed="rId1">
            <a:alphaModFix amt="63633"/>
          </a:blip>
          <a:stretch>
            <a:fillRect/>
          </a:stretch>
        </p:blipFill>
        <p:spPr>
          <a:xfrm>
            <a:off x="1440105" y="11768491"/>
            <a:ext cx="9832499" cy="53443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3" name="金句输入位置金句输入位置…"/>
          <p:cNvSpPr txBox="1"/>
          <p:nvPr/>
        </p:nvSpPr>
        <p:spPr>
          <a:xfrm>
            <a:off x="8695690" y="7896101"/>
            <a:ext cx="6992620" cy="1289050"/>
          </a:xfrm>
          <a:prstGeom prst="rect">
            <a:avLst/>
          </a:prstGeom>
          <a:ln w="25400">
            <a:miter lim="400000"/>
          </a:ln>
        </p:spPr>
        <p:txBody>
          <a:bodyPr wrap="square" tIns="91439" bIns="91439">
            <a:spAutoFit/>
          </a:bodyPr>
          <a:lstStyle/>
          <a:p>
            <a:pPr algn="ctr">
              <a:defRPr sz="9000" spc="450">
                <a:solidFill>
                  <a:srgbClr val="12297B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zh-CN" altLang="en-US" sz="7200" b="1" dirty="0" err="1">
                <a:solidFill>
                  <a:srgbClr val="1C359D"/>
                </a:solidFill>
                <a:latin typeface="FZYOUH_512B" panose="02000000000000000000" pitchFamily="2" charset="-122"/>
                <a:ea typeface="FZYOUH_512B" panose="02000000000000000000" pitchFamily="2" charset="-122"/>
                <a:cs typeface="Alibaba PuHuiTi B"/>
                <a:sym typeface="Alibaba PuHuiTi" panose="00020600040101010101" charset="-122"/>
              </a:rPr>
              <a:t>真干活</a:t>
            </a:r>
            <a:r>
              <a:rPr lang="en-US" altLang="zh-CN" sz="7200" b="1" dirty="0" err="1">
                <a:solidFill>
                  <a:srgbClr val="1C359D"/>
                </a:solidFill>
                <a:latin typeface="FZYOUH_512B" panose="02000000000000000000" pitchFamily="2" charset="-122"/>
                <a:ea typeface="FZYOUH_512B" panose="02000000000000000000" pitchFamily="2" charset="-122"/>
                <a:cs typeface="Alibaba PuHuiTi B"/>
                <a:sym typeface="Alibaba PuHuiTi" panose="00020600040101010101" charset="-122"/>
              </a:rPr>
              <a:t>，</a:t>
            </a:r>
            <a:r>
              <a:rPr lang="zh-CN" altLang="en-US" sz="7200" b="1" dirty="0" err="1">
                <a:solidFill>
                  <a:srgbClr val="1C359D"/>
                </a:solidFill>
                <a:latin typeface="FZYOUH_512B" panose="02000000000000000000" pitchFamily="2" charset="-122"/>
                <a:ea typeface="FZYOUH_512B" panose="02000000000000000000" pitchFamily="2" charset="-122"/>
                <a:cs typeface="Alibaba PuHuiTi B"/>
                <a:sym typeface="Alibaba PuHuiTi" panose="00020600040101010101" charset="-122"/>
              </a:rPr>
              <a:t>用搭子</a:t>
            </a:r>
            <a:endParaRPr lang="zh-CN" altLang="en-US" sz="7200" b="1" dirty="0" err="1">
              <a:solidFill>
                <a:srgbClr val="1C359D"/>
              </a:solidFill>
              <a:latin typeface="FZYOUH_512B" panose="02000000000000000000" pitchFamily="2" charset="-122"/>
              <a:ea typeface="FZYOUH_512B" panose="02000000000000000000" pitchFamily="2" charset="-122"/>
              <a:cs typeface="Alibaba PuHuiTi B"/>
              <a:sym typeface="Alibaba PuHuiTi" panose="00020600040101010101" charset="-122"/>
            </a:endParaRPr>
          </a:p>
        </p:txBody>
      </p:sp>
      <p:pic>
        <p:nvPicPr>
          <p:cNvPr id="194" name="图层 10.png" descr="图层 1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8344462">
            <a:off x="1606880" y="1980894"/>
            <a:ext cx="2677337" cy="27122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7" name="图层 14.png" descr="图层 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62287">
            <a:off x="680097" y="9102134"/>
            <a:ext cx="4419140" cy="510803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8" name="组 6.png" descr="组 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007" y="18734794"/>
            <a:ext cx="2266714" cy="1620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0" name="百度creat-logo.png" descr="百度creat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1214" y="557972"/>
            <a:ext cx="2961589" cy="1029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2" name="云2.png" descr="云2.png"/>
          <p:cNvPicPr>
            <a:picLocks noChangeAspect="1"/>
          </p:cNvPicPr>
          <p:nvPr/>
        </p:nvPicPr>
        <p:blipFill>
          <a:blip r:embed="rId1">
            <a:alphaModFix amt="63633"/>
          </a:blip>
          <a:stretch>
            <a:fillRect/>
          </a:stretch>
        </p:blipFill>
        <p:spPr>
          <a:xfrm flipH="1">
            <a:off x="19880505" y="4185815"/>
            <a:ext cx="9832499" cy="53443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3" name="组 10.png" descr="组 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78806">
            <a:off x="20095392" y="8446744"/>
            <a:ext cx="4015152" cy="28465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" name="图片 1" descr="完整版-全彩标识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690" y="5974715"/>
            <a:ext cx="6420485" cy="17659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层 6.png" descr="图层 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748207" flipH="1">
            <a:off x="-599685" y="2061269"/>
            <a:ext cx="2603107" cy="3007734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7859186" rotWithShape="0">
              <a:srgbClr val="0247C8">
                <a:alpha val="26372"/>
              </a:srgbClr>
            </a:outerShdw>
          </a:effectLst>
        </p:spPr>
      </p:pic>
      <p:pic>
        <p:nvPicPr>
          <p:cNvPr id="114" name="百度creat-logo.png" descr="百度crea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1214" y="557972"/>
            <a:ext cx="2961589" cy="10290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请在此输入页面标题"/>
          <p:cNvSpPr txBox="1"/>
          <p:nvPr/>
        </p:nvSpPr>
        <p:spPr>
          <a:xfrm>
            <a:off x="7759700" y="1395171"/>
            <a:ext cx="8864600" cy="125857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r>
              <a:rPr lang="zh-CN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关于百度搭子</a:t>
            </a:r>
            <a:r>
              <a:rPr lang="en-US" altLang="zh-CN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DuMate</a:t>
            </a:r>
            <a:endParaRPr lang="en-US" altLang="zh-CN" spc="0" dirty="0" err="1">
              <a:latin typeface="微软雅黑" charset="0"/>
              <a:ea typeface="微软雅黑" charset="0"/>
              <a:cs typeface="微软雅黑" charset="0"/>
              <a:sym typeface="FZYouH_509R"/>
            </a:endParaRPr>
          </a:p>
        </p:txBody>
      </p:sp>
      <p:sp>
        <p:nvSpPr>
          <p:cNvPr id="5" name="矩形: 圆角 2"/>
          <p:cNvSpPr/>
          <p:nvPr/>
        </p:nvSpPr>
        <p:spPr>
          <a:xfrm flipH="1">
            <a:off x="2101850" y="5063490"/>
            <a:ext cx="20512405" cy="8493125"/>
          </a:xfrm>
          <a:prstGeom prst="roundRect">
            <a:avLst>
              <a:gd name="adj" fmla="val 5373"/>
            </a:avLst>
          </a:prstGeom>
          <a:gradFill>
            <a:gsLst>
              <a:gs pos="0">
                <a:srgbClr val="92C3FC"/>
              </a:gs>
              <a:gs pos="100000">
                <a:srgbClr val="C3E0FC">
                  <a:alpha val="32000"/>
                </a:srgbClr>
              </a:gs>
              <a:gs pos="43000">
                <a:srgbClr val="BEDEFC">
                  <a:alpha val="0"/>
                </a:srgbClr>
              </a:gs>
            </a:gsLst>
            <a:lin ang="5400000" scaled="0"/>
          </a:gradFill>
          <a:ln w="12700">
            <a:miter lim="400000"/>
          </a:ln>
          <a:effectLst>
            <a:outerShdw blurRad="215900" dist="124503" dir="3464741" rotWithShape="0">
              <a:srgbClr val="6478F3">
                <a:alpha val="15587"/>
              </a:srgbClr>
            </a:outerShdw>
          </a:effectLst>
        </p:spPr>
        <p:txBody>
          <a:bodyPr wrap="square" lIns="91440" tIns="35249" rIns="91440" bIns="35249" numCol="1" anchor="ctr">
            <a:noAutofit/>
          </a:bodyPr>
          <a:lstStyle/>
          <a:p>
            <a:pPr lvl="0" algn="ctr">
              <a:buClrTx/>
              <a:buSzTx/>
              <a:buFontTx/>
              <a:defRPr>
                <a:solidFill>
                  <a:srgbClr val="FFFFFF"/>
                </a:solidFill>
              </a:defRPr>
            </a:pPr>
            <a:endParaRPr sz="850">
              <a:solidFill>
                <a:srgbClr val="BEDEFC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7" name="AutoShape 9"/>
          <p:cNvSpPr/>
          <p:nvPr/>
        </p:nvSpPr>
        <p:spPr>
          <a:xfrm>
            <a:off x="2439035" y="6013450"/>
            <a:ext cx="8896350" cy="1834515"/>
          </a:xfrm>
          <a:prstGeom prst="roundRect">
            <a:avLst>
              <a:gd name="adj" fmla="val 13179"/>
            </a:avLst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ysClr val="window" lastClr="FFFFFF">
                  <a:alpha val="60000"/>
                </a:sysClr>
              </a:gs>
            </a:gsLst>
            <a:lin ang="1620000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sx="102000" sy="102000" algn="ctr" rotWithShape="0">
              <a:srgbClr val="5FAEFF">
                <a:alpha val="21190"/>
              </a:srgbClr>
            </a:outerShdw>
            <a:reflection blurRad="6350" stA="52000" endPos="17000" dir="5400000" sy="-100000" algn="bl" rotWithShape="0"/>
          </a:effectLst>
        </p:spPr>
        <p:txBody>
          <a:bodyPr vert="horz" wrap="square" lIns="288290" tIns="179705" rIns="288290" bIns="36195" rtlCol="0" anchor="ctr" anchorCtr="0">
            <a:noAutofit/>
          </a:bodyPr>
          <a:p>
            <a:pPr lvl="0" algn="l" defTabSz="97155">
              <a:lnSpc>
                <a:spcPct val="110000"/>
              </a:lnSpc>
              <a:buClrTx/>
              <a:buSzTx/>
              <a:buFontTx/>
            </a:pPr>
            <a:r>
              <a:rPr lang="en-US" altLang="zh-CN" sz="2400" kern="0">
                <a:solidFill>
                  <a:srgbClr val="062659"/>
                </a:solidFill>
                <a:latin typeface="微软雅黑" charset="0"/>
                <a:ea typeface="微软雅黑" charset="0"/>
                <a:sym typeface="Noto Sans SC"/>
              </a:rPr>
              <a:t>给出指令及工作文件夹，AI自主规划路径、调度技能、闭环交付，告别重复低效工作。</a:t>
            </a:r>
            <a:endParaRPr lang="en-US" altLang="zh-CN" sz="2400" kern="0">
              <a:solidFill>
                <a:srgbClr val="062659"/>
              </a:solidFill>
              <a:latin typeface="微软雅黑" charset="0"/>
              <a:ea typeface="微软雅黑" charset="0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796665" y="5571490"/>
            <a:ext cx="6181090" cy="8401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6000">
                <a:srgbClr val="A02B93">
                  <a:lumMod val="60000"/>
                  <a:lumOff val="40000"/>
                </a:srgbClr>
              </a:gs>
              <a:gs pos="21000">
                <a:srgbClr val="2A67FE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>
            <a:innerShdw blurRad="76200">
              <a:sysClr val="window" lastClr="FFFFFF"/>
            </a:innerShdw>
          </a:effectLst>
        </p:spPr>
        <p:txBody>
          <a:bodyPr vert="horz" wrap="square" lIns="0" tIns="45720" rIns="0" bIns="45720" numCol="1" spcCol="0" rtlCol="0" fromWordArt="0" anchor="ctr" anchorCtr="0" forceAA="0" compatLnSpc="0">
            <a:noAutofit/>
          </a:bodyPr>
          <a:lstStyle>
            <a:lvl1pPr algn="ctr">
              <a:lnSpc>
                <a:spcPct val="125000"/>
              </a:lnSpc>
              <a:defRPr sz="2400">
                <a:solidFill>
                  <a:srgbClr val="595959"/>
                </a:solidFill>
                <a:latin typeface="HarmonyOS Sans SC"/>
                <a:ea typeface="HarmonyOS Sans SC"/>
                <a:cs typeface="HarmonyOS Sans SC"/>
                <a:sym typeface="HarmonyOS Sans SC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effectLst>
                  <a:outerShdw blurRad="127000" dist="25400" dir="2700000" algn="tl" rotWithShape="0">
                    <a:schemeClr val="tx2">
                      <a:lumMod val="90000"/>
                      <a:lumOff val="10000"/>
                      <a:alpha val="6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Noto Sans SC"/>
              </a:rPr>
              <a:t>  指令驱动 直达结果</a:t>
            </a:r>
            <a:endParaRPr lang="en-US" altLang="zh-CN" sz="3600" dirty="0">
              <a:solidFill>
                <a:srgbClr val="FFFFFF">
                  <a:alpha val="100000"/>
                </a:srgbClr>
              </a:solidFill>
              <a:effectLst>
                <a:outerShdw blurRad="127000" dist="25400" dir="2700000" algn="tl" rotWithShape="0">
                  <a:schemeClr val="tx2">
                    <a:lumMod val="90000"/>
                    <a:lumOff val="10000"/>
                    <a:alpha val="60000"/>
                  </a:schemeClr>
                </a:outerShdw>
              </a:effectLst>
              <a:latin typeface="微软雅黑" charset="0"/>
              <a:ea typeface="微软雅黑" charset="0"/>
              <a:cs typeface="微软雅黑" charset="0"/>
              <a:sym typeface="Noto Sans SC"/>
            </a:endParaRPr>
          </a:p>
        </p:txBody>
      </p:sp>
      <p:sp>
        <p:nvSpPr>
          <p:cNvPr id="23" name="AutoShape 5"/>
          <p:cNvSpPr/>
          <p:nvPr/>
        </p:nvSpPr>
        <p:spPr>
          <a:xfrm>
            <a:off x="2121535" y="2618105"/>
            <a:ext cx="20475575" cy="22231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algn="l">
              <a:lnSpc>
                <a:spcPct val="130000"/>
              </a:lnSpc>
              <a:defRPr/>
            </a:pPr>
            <a:r>
              <a:rPr sz="5400" noProof="0" dirty="0">
                <a:ln>
                  <a:noFill/>
                </a:ln>
                <a:solidFill>
                  <a:srgbClr val="040075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Noto Sans SC"/>
              </a:rPr>
              <a:t>什么是DuMate？</a:t>
            </a:r>
            <a:r>
              <a:rPr lang="zh-CN" altLang="en-US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百度全新推出的通用智能体，它以自然语言为交互入口，突破传统对话边界，自主完成跨应用、跨文件的复杂任务，实现从</a:t>
            </a:r>
            <a:r>
              <a:rPr lang="en-US" altLang="zh-CN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“</a:t>
            </a:r>
            <a:r>
              <a:rPr lang="zh-CN" altLang="en-US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理解</a:t>
            </a:r>
            <a:r>
              <a:rPr lang="en-US" altLang="zh-CN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”</a:t>
            </a:r>
            <a:r>
              <a:rPr lang="zh-CN" altLang="en-US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到</a:t>
            </a:r>
            <a:r>
              <a:rPr lang="en-US" altLang="zh-CN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“</a:t>
            </a:r>
            <a:r>
              <a:rPr lang="zh-CN" altLang="en-US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执行</a:t>
            </a:r>
            <a:r>
              <a:rPr lang="en-US" altLang="zh-CN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”</a:t>
            </a:r>
            <a:r>
              <a:rPr lang="zh-CN" altLang="en-US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的闭环交付。基于强大的记忆能力，</a:t>
            </a:r>
            <a:r>
              <a:rPr lang="en-US" altLang="zh-CN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DuMate</a:t>
            </a:r>
            <a:r>
              <a:rPr lang="zh-CN" altLang="en-US" sz="3200" noProof="1">
                <a:solidFill>
                  <a:srgbClr val="1F2329"/>
                </a:solidFill>
                <a:latin typeface="微软雅黑" charset="-122"/>
                <a:ea typeface="微软雅黑" charset="-122"/>
                <a:cs typeface="Noto Sans SC"/>
                <a:sym typeface="Noto Sans SC"/>
              </a:rPr>
              <a:t>能在持续协作中学习你的工作习惯与任务偏好，让每一次交互都更精准、更贴心。</a:t>
            </a:r>
            <a:endParaRPr lang="zh-CN" altLang="en-US" sz="3200" noProof="1">
              <a:solidFill>
                <a:srgbClr val="1F2329"/>
              </a:solidFill>
              <a:latin typeface="微软雅黑" charset="-122"/>
              <a:ea typeface="微软雅黑" charset="-122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lum bright="72000"/>
          </a:blip>
          <a:srcRect/>
          <a:stretch>
            <a:fillRect/>
          </a:stretch>
        </p:blipFill>
        <p:spPr>
          <a:xfrm>
            <a:off x="4178300" y="5662930"/>
            <a:ext cx="632460" cy="6299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9"/>
          <p:cNvSpPr/>
          <p:nvPr/>
        </p:nvSpPr>
        <p:spPr>
          <a:xfrm>
            <a:off x="2439035" y="8586470"/>
            <a:ext cx="8896350" cy="1834515"/>
          </a:xfrm>
          <a:prstGeom prst="roundRect">
            <a:avLst>
              <a:gd name="adj" fmla="val 13179"/>
            </a:avLst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ysClr val="window" lastClr="FFFFFF">
                  <a:alpha val="60000"/>
                </a:sysClr>
              </a:gs>
            </a:gsLst>
            <a:lin ang="1620000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sx="102000" sy="102000" algn="ctr" rotWithShape="0">
              <a:srgbClr val="5FAEFF">
                <a:alpha val="21190"/>
              </a:srgbClr>
            </a:outerShdw>
            <a:reflection blurRad="6350" stA="52000" endPos="17000" dir="5400000" sy="-100000" algn="bl" rotWithShape="0"/>
          </a:effectLst>
        </p:spPr>
        <p:txBody>
          <a:bodyPr vert="horz" wrap="square" lIns="288290" tIns="179705" rIns="288290" bIns="36195" rtlCol="0" anchor="ctr" anchorCtr="0">
            <a:noAutofit/>
          </a:bodyPr>
          <a:p>
            <a:pPr lvl="0" algn="l" defTabSz="97155">
              <a:lnSpc>
                <a:spcPct val="110000"/>
              </a:lnSpc>
              <a:buClrTx/>
              <a:buSzTx/>
              <a:buFontTx/>
            </a:pPr>
            <a:r>
              <a:rPr lang="en-US" altLang="zh-CN" sz="2400" kern="0">
                <a:solidFill>
                  <a:srgbClr val="062659"/>
                </a:solidFill>
                <a:latin typeface="微软雅黑" charset="0"/>
                <a:ea typeface="微软雅黑" charset="0"/>
                <a:sym typeface="Noto Sans SC"/>
              </a:rPr>
              <a:t>预置安全沙箱，数据不出设备，未经授权不访问任何设备资源，高风险操作的二次确认机制，全方位保障隐私安全。</a:t>
            </a:r>
            <a:endParaRPr lang="en-US" altLang="zh-CN" sz="2400" kern="0">
              <a:solidFill>
                <a:srgbClr val="062659"/>
              </a:solidFill>
              <a:latin typeface="微软雅黑" charset="0"/>
              <a:ea typeface="微软雅黑" charset="0"/>
              <a:sym typeface="Noto Sans SC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3796665" y="8144510"/>
            <a:ext cx="6181090" cy="8401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8000">
                <a:srgbClr val="547DFA"/>
              </a:gs>
              <a:gs pos="21000">
                <a:srgbClr val="547DFA"/>
              </a:gs>
            </a:gsLst>
            <a:lin ang="0" scaled="1"/>
            <a:tileRect/>
          </a:gradFill>
          <a:ln>
            <a:noFill/>
          </a:ln>
          <a:effectLst>
            <a:innerShdw blurRad="762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7950" tIns="45720" rIns="107950" bIns="45720" numCol="1" spcCol="0" rtlCol="0" fromWordArt="0" anchor="ctr" anchorCtr="0" forceAA="0" compatLnSpc="1">
            <a:noAutofit/>
          </a:bodyPr>
          <a:lstStyle>
            <a:lvl1pPr algn="ctr">
              <a:lnSpc>
                <a:spcPct val="125000"/>
              </a:lnSpc>
              <a:defRPr sz="2400">
                <a:solidFill>
                  <a:srgbClr val="595959"/>
                </a:solidFill>
                <a:latin typeface="HarmonyOS Sans SC"/>
                <a:ea typeface="HarmonyOS Sans SC"/>
                <a:cs typeface="HarmonyOS Sans SC"/>
                <a:sym typeface="HarmonyOS Sans SC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effectLst>
                  <a:outerShdw blurRad="127000" dist="25400" dir="2700000" algn="tl" rotWithShape="0">
                    <a:schemeClr val="tx2">
                      <a:lumMod val="90000"/>
                      <a:lumOff val="10000"/>
                      <a:alpha val="6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Noto Sans SC"/>
              </a:rPr>
              <a:t> 本地运行 安全沙箱</a:t>
            </a:r>
            <a:endParaRPr lang="en-US" altLang="zh-CN" sz="3600" dirty="0">
              <a:solidFill>
                <a:srgbClr val="FFFFFF">
                  <a:alpha val="100000"/>
                </a:srgbClr>
              </a:solidFill>
              <a:effectLst>
                <a:outerShdw blurRad="127000" dist="25400" dir="2700000" algn="tl" rotWithShape="0">
                  <a:schemeClr val="tx2">
                    <a:lumMod val="90000"/>
                    <a:lumOff val="10000"/>
                    <a:alpha val="60000"/>
                  </a:schemeClr>
                </a:outerShdw>
              </a:effectLst>
              <a:latin typeface="微软雅黑" charset="0"/>
              <a:ea typeface="微软雅黑" charset="0"/>
              <a:cs typeface="微软雅黑" charset="0"/>
              <a:sym typeface="Noto Sans SC"/>
            </a:endParaRPr>
          </a:p>
        </p:txBody>
      </p:sp>
      <p:sp>
        <p:nvSpPr>
          <p:cNvPr id="12" name="AutoShape 9"/>
          <p:cNvSpPr/>
          <p:nvPr/>
        </p:nvSpPr>
        <p:spPr>
          <a:xfrm>
            <a:off x="2439035" y="11207750"/>
            <a:ext cx="8896350" cy="1834515"/>
          </a:xfrm>
          <a:prstGeom prst="roundRect">
            <a:avLst>
              <a:gd name="adj" fmla="val 13179"/>
            </a:avLst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ysClr val="window" lastClr="FFFFFF">
                  <a:alpha val="60000"/>
                </a:sysClr>
              </a:gs>
            </a:gsLst>
            <a:lin ang="1620000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sx="102000" sy="102000" algn="ctr" rotWithShape="0">
              <a:srgbClr val="5FAEFF">
                <a:alpha val="21190"/>
              </a:srgbClr>
            </a:outerShdw>
            <a:reflection blurRad="6350" stA="52000" endPos="17000" dir="5400000" sy="-100000" algn="bl" rotWithShape="0"/>
          </a:effectLst>
        </p:spPr>
        <p:txBody>
          <a:bodyPr vert="horz" wrap="square" lIns="288290" tIns="179705" rIns="288290" bIns="36195" rtlCol="0" anchor="ctr" anchorCtr="0">
            <a:noAutofit/>
          </a:bodyPr>
          <a:p>
            <a:pPr lvl="0" algn="l" defTabSz="97155">
              <a:lnSpc>
                <a:spcPct val="110000"/>
              </a:lnSpc>
              <a:buClrTx/>
              <a:buSzTx/>
              <a:buFontTx/>
            </a:pPr>
            <a:r>
              <a:rPr lang="en-US" altLang="zh-CN" sz="2400" kern="0">
                <a:solidFill>
                  <a:srgbClr val="062659"/>
                </a:solidFill>
                <a:latin typeface="微软雅黑" charset="0"/>
                <a:ea typeface="微软雅黑" charset="0"/>
                <a:sym typeface="Noto Sans SC"/>
              </a:rPr>
              <a:t>内置多种优质Skills，支持自动创建和引入新技能，</a:t>
            </a:r>
            <a:endParaRPr lang="en-US" altLang="zh-CN" sz="2400" kern="0">
              <a:solidFill>
                <a:srgbClr val="062659"/>
              </a:solidFill>
              <a:latin typeface="微软雅黑" charset="0"/>
              <a:ea typeface="微软雅黑" charset="0"/>
              <a:sym typeface="Noto Sans SC"/>
            </a:endParaRPr>
          </a:p>
          <a:p>
            <a:pPr lvl="0" algn="l" defTabSz="97155">
              <a:lnSpc>
                <a:spcPct val="110000"/>
              </a:lnSpc>
              <a:buClrTx/>
              <a:buSzTx/>
              <a:buFontTx/>
            </a:pPr>
            <a:r>
              <a:rPr lang="en-US" altLang="zh-CN" sz="2400" kern="0">
                <a:solidFill>
                  <a:srgbClr val="062659"/>
                </a:solidFill>
                <a:latin typeface="微软雅黑" charset="0"/>
                <a:ea typeface="微软雅黑" charset="0"/>
                <a:sym typeface="Noto Sans SC"/>
              </a:rPr>
              <a:t>业务需求灵活扩展能力边界。</a:t>
            </a:r>
            <a:endParaRPr lang="en-US" altLang="zh-CN" sz="2400" kern="0">
              <a:solidFill>
                <a:srgbClr val="062659"/>
              </a:solidFill>
              <a:latin typeface="微软雅黑" charset="0"/>
              <a:ea typeface="微软雅黑" charset="0"/>
              <a:sym typeface="Noto Sans SC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3796665" y="10765155"/>
            <a:ext cx="6181090" cy="8401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6000">
                <a:srgbClr val="D3D3FD"/>
              </a:gs>
              <a:gs pos="21000">
                <a:srgbClr val="2A67FE"/>
              </a:gs>
            </a:gsLst>
            <a:lin ang="0" scaled="1"/>
            <a:tileRect/>
          </a:gradFill>
          <a:ln>
            <a:noFill/>
          </a:ln>
          <a:effectLst>
            <a:innerShdw blurRad="762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7950" tIns="45720" rIns="107950" bIns="45720" numCol="1" spcCol="0" rtlCol="0" fromWordArt="0" anchor="ctr" anchorCtr="0" forceAA="0" compatLnSpc="1">
            <a:noAutofit/>
          </a:bodyPr>
          <a:lstStyle>
            <a:lvl1pPr algn="ctr">
              <a:lnSpc>
                <a:spcPct val="125000"/>
              </a:lnSpc>
              <a:defRPr sz="2400">
                <a:solidFill>
                  <a:srgbClr val="595959"/>
                </a:solidFill>
                <a:latin typeface="HarmonyOS Sans SC"/>
                <a:ea typeface="HarmonyOS Sans SC"/>
                <a:cs typeface="HarmonyOS Sans SC"/>
                <a:sym typeface="HarmonyOS Sans SC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effectLst>
                  <a:outerShdw blurRad="127000" dist="25400" dir="2700000" algn="tl" rotWithShape="0">
                    <a:schemeClr val="tx2">
                      <a:lumMod val="90000"/>
                      <a:lumOff val="10000"/>
                      <a:alpha val="6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Noto Sans SC"/>
              </a:rPr>
              <a:t>   灵活扩展 场景无边界</a:t>
            </a:r>
            <a:endParaRPr lang="en-US" altLang="zh-CN" sz="3600" dirty="0">
              <a:solidFill>
                <a:srgbClr val="FFFFFF">
                  <a:alpha val="100000"/>
                </a:srgbClr>
              </a:solidFill>
              <a:effectLst>
                <a:outerShdw blurRad="127000" dist="25400" dir="2700000" algn="tl" rotWithShape="0">
                  <a:schemeClr val="tx2">
                    <a:lumMod val="90000"/>
                    <a:lumOff val="10000"/>
                    <a:alpha val="60000"/>
                  </a:schemeClr>
                </a:outerShdw>
              </a:effectLst>
              <a:latin typeface="微软雅黑" charset="0"/>
              <a:ea typeface="微软雅黑" charset="0"/>
              <a:cs typeface="微软雅黑" charset="0"/>
              <a:sym typeface="Noto Sans SC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lum bright="72000"/>
          </a:blip>
          <a:stretch>
            <a:fillRect/>
          </a:stretch>
        </p:blipFill>
        <p:spPr>
          <a:xfrm>
            <a:off x="4271010" y="8330565"/>
            <a:ext cx="447040" cy="51371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Picture 11"/>
          <p:cNvPicPr>
            <a:picLocks noChangeAspect="1"/>
          </p:cNvPicPr>
          <p:nvPr/>
        </p:nvPicPr>
        <p:blipFill>
          <a:blip r:embed="rId5">
            <a:lum bright="72000"/>
          </a:blip>
          <a:stretch>
            <a:fillRect/>
          </a:stretch>
        </p:blipFill>
        <p:spPr>
          <a:xfrm>
            <a:off x="4259580" y="10930890"/>
            <a:ext cx="469265" cy="53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图片 5" descr="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3015" y="5039995"/>
            <a:ext cx="11020425" cy="8823325"/>
          </a:xfrm>
          <a:prstGeom prst="rect">
            <a:avLst/>
          </a:prstGeom>
        </p:spPr>
      </p:pic>
      <p:pic>
        <p:nvPicPr>
          <p:cNvPr id="158" name="图层 10.png" descr="图层 10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9210393">
            <a:off x="20382922" y="10976097"/>
            <a:ext cx="2374850" cy="2405807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0" dist="371057" dir="3269642" rotWithShape="0">
              <a:srgbClr val="5FB7CD">
                <a:alpha val="65883"/>
              </a:srgbClr>
            </a:outerShdw>
          </a:effec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6278225" y="2955290"/>
            <a:ext cx="6362700" cy="8602980"/>
            <a:chOff x="8293670" y="4589107"/>
            <a:chExt cx="6362619" cy="6217633"/>
          </a:xfrm>
        </p:grpSpPr>
        <p:sp>
          <p:nvSpPr>
            <p:cNvPr id="114" name="圆角矩形 113"/>
            <p:cNvSpPr/>
            <p:nvPr/>
          </p:nvSpPr>
          <p:spPr>
            <a:xfrm>
              <a:off x="8293670" y="4590282"/>
              <a:ext cx="6350427" cy="6216458"/>
            </a:xfrm>
            <a:prstGeom prst="roundRect">
              <a:avLst>
                <a:gd name="adj" fmla="val 10462"/>
              </a:avLst>
            </a:pr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outerShdw blurRad="469865" dist="443884" dir="13500000" algn="br" rotWithShape="0">
                <a:schemeClr val="bg1"/>
              </a:out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11" name="圆角矩形 110"/>
            <p:cNvSpPr/>
            <p:nvPr/>
          </p:nvSpPr>
          <p:spPr>
            <a:xfrm>
              <a:off x="8305862" y="4590282"/>
              <a:ext cx="6350427" cy="6216458"/>
            </a:xfrm>
            <a:prstGeom prst="roundRect">
              <a:avLst>
                <a:gd name="adj" fmla="val 10462"/>
              </a:avLst>
            </a:pr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outerShdw blurRad="446804" dist="632432" dir="2400000" algn="tl" rotWithShape="0">
                <a:srgbClr val="08A3D8">
                  <a:alpha val="48956"/>
                </a:srgbClr>
              </a:out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12" name="圆角矩形 111"/>
            <p:cNvSpPr/>
            <p:nvPr/>
          </p:nvSpPr>
          <p:spPr>
            <a:xfrm>
              <a:off x="8305861" y="4589107"/>
              <a:ext cx="6350427" cy="6216458"/>
            </a:xfrm>
            <a:prstGeom prst="roundRect">
              <a:avLst>
                <a:gd name="adj" fmla="val 10462"/>
              </a:avLst>
            </a:pr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innerShdw blurRad="127890" dist="50800" dir="2700000">
                <a:srgbClr val="0070C0"/>
              </a:inn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458595" y="2908300"/>
            <a:ext cx="6511925" cy="8695690"/>
            <a:chOff x="5193888" y="4715534"/>
            <a:chExt cx="6350427" cy="6216458"/>
          </a:xfrm>
        </p:grpSpPr>
        <p:sp>
          <p:nvSpPr>
            <p:cNvPr id="4" name="圆角矩形 3"/>
            <p:cNvSpPr/>
            <p:nvPr/>
          </p:nvSpPr>
          <p:spPr>
            <a:xfrm>
              <a:off x="5193888" y="4715534"/>
              <a:ext cx="6350427" cy="6216458"/>
            </a:xfrm>
            <a:prstGeom prst="roundRect">
              <a:avLst>
                <a:gd name="adj" fmla="val 10462"/>
              </a:avLst>
            </a:pr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outerShdw blurRad="469865" dist="443884" dir="13500000" algn="br" rotWithShape="0">
                <a:schemeClr val="bg1"/>
              </a:out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5193888" y="4715534"/>
              <a:ext cx="6350427" cy="6216458"/>
            </a:xfrm>
            <a:prstGeom prst="roundRect">
              <a:avLst>
                <a:gd name="adj" fmla="val 10462"/>
              </a:avLst>
            </a:pr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outerShdw blurRad="446804" dist="632432" dir="2400000" algn="tl" rotWithShape="0">
                <a:srgbClr val="A57CE6">
                  <a:alpha val="49000"/>
                </a:srgbClr>
              </a:out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5193888" y="4715534"/>
              <a:ext cx="6350427" cy="6216458"/>
            </a:xfrm>
            <a:prstGeom prst="roundRect">
              <a:avLst>
                <a:gd name="adj" fmla="val 10462"/>
              </a:avLst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innerShdw blurRad="167497" dist="89880" dir="2160000">
                <a:srgbClr val="7030A0"/>
              </a:inn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207895" y="5482590"/>
            <a:ext cx="5174615" cy="6122670"/>
            <a:chOff x="1803038" y="7319627"/>
            <a:chExt cx="5174527" cy="2580436"/>
          </a:xfrm>
        </p:grpSpPr>
        <p:sp>
          <p:nvSpPr>
            <p:cNvPr id="17" name="矩形: 圆角 27"/>
            <p:cNvSpPr/>
            <p:nvPr/>
          </p:nvSpPr>
          <p:spPr>
            <a:xfrm>
              <a:off x="1803038" y="7319627"/>
              <a:ext cx="5174527" cy="2580436"/>
            </a:xfrm>
            <a:prstGeom prst="roundRect">
              <a:avLst>
                <a:gd name="adj" fmla="val 9261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rgbClr val="FFFFFF"/>
                </a:gs>
              </a:gsLst>
              <a:path path="shape">
                <a:fillToRect l="14012" t="7389" r="85987" b="92610"/>
              </a:path>
            </a:gradFill>
            <a:ln w="12700" cap="flat">
              <a:noFill/>
              <a:miter lim="400000"/>
            </a:ln>
            <a:effectLst>
              <a:outerShdw blurRad="203200" dist="250702" dir="2828265" rotWithShape="0">
                <a:srgbClr val="7A38C7">
                  <a:alpha val="47000"/>
                </a:srgbClr>
              </a:outerShdw>
            </a:effectLst>
            <a:scene3d>
              <a:camera prst="obliqueBottomRight"/>
              <a:lightRig rig="twoPt" dir="t">
                <a:rot lat="0" lon="0" rev="6000000"/>
              </a:lightRig>
            </a:scene3d>
            <a:sp3d prstMaterial="powder"/>
          </p:spPr>
          <p:txBody>
            <a:bodyPr wrap="square" lIns="91439" tIns="91439" rIns="91439" bIns="91439" numCol="1" anchor="ctr">
              <a:noAutofit/>
            </a:bodyPr>
            <a:lstStyle/>
            <a:p/>
          </p:txBody>
        </p:sp>
        <p:sp>
          <p:nvSpPr>
            <p:cNvPr id="24" name="矩形: 圆角 27"/>
            <p:cNvSpPr/>
            <p:nvPr/>
          </p:nvSpPr>
          <p:spPr>
            <a:xfrm>
              <a:off x="1803038" y="7319627"/>
              <a:ext cx="5174527" cy="2580436"/>
            </a:xfrm>
            <a:prstGeom prst="roundRect">
              <a:avLst>
                <a:gd name="adj" fmla="val 9261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rgbClr val="FFFFFF"/>
                </a:gs>
              </a:gsLst>
              <a:path path="shape">
                <a:fillToRect l="14012" t="7389" r="85987" b="92610"/>
              </a:path>
            </a:gradFill>
            <a:ln w="12700" cap="flat">
              <a:noFill/>
              <a:miter lim="400000"/>
            </a:ln>
            <a:effectLst>
              <a:innerShdw blurRad="63500" dist="50800" dir="2700000">
                <a:schemeClr val="accent4">
                  <a:lumMod val="50000"/>
                  <a:alpha val="64000"/>
                </a:schemeClr>
              </a:innerShdw>
            </a:effectLst>
            <a:scene3d>
              <a:camera prst="obliqueBottomRight"/>
              <a:lightRig rig="twoPt" dir="t">
                <a:rot lat="0" lon="0" rev="6000000"/>
              </a:lightRig>
            </a:scene3d>
            <a:sp3d prstMaterial="powder"/>
          </p:spPr>
          <p:txBody>
            <a:bodyPr wrap="square" lIns="91439" tIns="91439" rIns="91439" bIns="91439" numCol="1" anchor="ctr">
              <a:noAutofit/>
            </a:bodyPr>
            <a:lstStyle/>
            <a:p/>
          </p:txBody>
        </p:sp>
      </p:grpSp>
      <p:grpSp>
        <p:nvGrpSpPr>
          <p:cNvPr id="9" name="组合 8"/>
          <p:cNvGrpSpPr/>
          <p:nvPr/>
        </p:nvGrpSpPr>
        <p:grpSpPr>
          <a:xfrm>
            <a:off x="9033510" y="2908300"/>
            <a:ext cx="6362700" cy="8696960"/>
            <a:chOff x="8777485" y="4173968"/>
            <a:chExt cx="6362618" cy="6250229"/>
          </a:xfrm>
        </p:grpSpPr>
        <p:sp>
          <p:nvSpPr>
            <p:cNvPr id="41" name="圆角矩形 40"/>
            <p:cNvSpPr/>
            <p:nvPr/>
          </p:nvSpPr>
          <p:spPr>
            <a:xfrm>
              <a:off x="8777485" y="4207739"/>
              <a:ext cx="6350427" cy="6216458"/>
            </a:xfrm>
            <a:prstGeom prst="roundRect">
              <a:avLst>
                <a:gd name="adj" fmla="val 10462"/>
              </a:avLst>
            </a:prstGeom>
            <a:gradFill flip="none" rotWithShape="1">
              <a:gsLst>
                <a:gs pos="10000">
                  <a:srgbClr val="6682EA"/>
                </a:gs>
                <a:gs pos="87000">
                  <a:srgbClr val="7AC0FF"/>
                </a:gs>
              </a:gsLst>
              <a:lin ang="7800000" scaled="0"/>
              <a:tileRect/>
            </a:grad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outerShdw blurRad="432567" dist="558795" dir="3120000" algn="tl" rotWithShape="0">
                <a:schemeClr val="accent5">
                  <a:lumMod val="75000"/>
                  <a:alpha val="21178"/>
                </a:schemeClr>
              </a:out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13" name="圆角矩形 112"/>
            <p:cNvSpPr/>
            <p:nvPr/>
          </p:nvSpPr>
          <p:spPr>
            <a:xfrm>
              <a:off x="8777485" y="4194487"/>
              <a:ext cx="6350427" cy="6216458"/>
            </a:xfrm>
            <a:prstGeom prst="roundRect">
              <a:avLst>
                <a:gd name="adj" fmla="val 10462"/>
              </a:avLst>
            </a:prstGeom>
            <a:gradFill flip="none" rotWithShape="1">
              <a:gsLst>
                <a:gs pos="10000">
                  <a:srgbClr val="6682EA"/>
                </a:gs>
                <a:gs pos="87000">
                  <a:srgbClr val="7AC0FF"/>
                </a:gs>
              </a:gsLst>
              <a:lin ang="7800000" scaled="0"/>
              <a:tileRect/>
            </a:grad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outerShdw blurRad="432567" dist="339967" dir="13200000" sx="98000" sy="98000" algn="tl" rotWithShape="0">
                <a:schemeClr val="bg1"/>
              </a:out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8789676" y="4173968"/>
              <a:ext cx="6350427" cy="6216458"/>
            </a:xfrm>
            <a:prstGeom prst="roundRect">
              <a:avLst>
                <a:gd name="adj" fmla="val 10462"/>
              </a:avLst>
            </a:pr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w="12700" cap="flat">
              <a:noFill/>
              <a:miter lim="400000"/>
            </a:ln>
            <a:effectLst>
              <a:glow>
                <a:schemeClr val="accent1">
                  <a:alpha val="40000"/>
                </a:schemeClr>
              </a:glow>
              <a:innerShdw blurRad="121757" dist="90499" dir="13740000">
                <a:schemeClr val="accent2">
                  <a:lumMod val="20000"/>
                  <a:lumOff val="80000"/>
                  <a:alpha val="82000"/>
                </a:schemeClr>
              </a:innerShdw>
              <a:softEdge rad="0"/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pic>
        <p:nvPicPr>
          <p:cNvPr id="44" name="图层 9.png" descr="图层 9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649416">
            <a:off x="-767913" y="1072245"/>
            <a:ext cx="2961590" cy="2998088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7755603" rotWithShape="0">
              <a:srgbClr val="C89E56">
                <a:alpha val="6846"/>
              </a:srgbClr>
            </a:outerShdw>
          </a:effectLst>
        </p:spPr>
      </p:pic>
      <p:sp>
        <p:nvSpPr>
          <p:cNvPr id="46" name="请在此输入页面标题"/>
          <p:cNvSpPr txBox="1"/>
          <p:nvPr/>
        </p:nvSpPr>
        <p:spPr>
          <a:xfrm>
            <a:off x="6721475" y="1168476"/>
            <a:ext cx="10477500" cy="141224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r>
              <a:rPr lang="zh-CN" sz="8000" b="1" spc="0" dirty="0" err="1">
                <a:latin typeface="微软雅黑" charset="0"/>
                <a:ea typeface="微软雅黑" charset="0"/>
                <a:sym typeface="FZYouH_509R"/>
              </a:rPr>
              <a:t>三大核心优势</a:t>
            </a:r>
            <a:r>
              <a:rPr lang="en-US" altLang="zh-CN" sz="6600" spc="0" dirty="0" err="1">
                <a:latin typeface="微软雅黑" charset="0"/>
                <a:ea typeface="微软雅黑" charset="0"/>
                <a:sym typeface="FZYouH_509R"/>
              </a:rPr>
              <a:t>，</a:t>
            </a:r>
            <a:r>
              <a:rPr lang="zh-CN" altLang="en-US" sz="6600" spc="0" dirty="0" err="1">
                <a:latin typeface="微软雅黑" charset="0"/>
                <a:ea typeface="微软雅黑" charset="0"/>
                <a:sym typeface="FZYouH_509R"/>
              </a:rPr>
              <a:t>搞定一切</a:t>
            </a:r>
            <a:endParaRPr lang="zh-CN" altLang="en-US" sz="6600" spc="0" dirty="0" err="1">
              <a:latin typeface="微软雅黑" charset="0"/>
              <a:ea typeface="微软雅黑" charset="0"/>
              <a:sym typeface="FZYouH_509R"/>
            </a:endParaRPr>
          </a:p>
        </p:txBody>
      </p:sp>
      <p:sp>
        <p:nvSpPr>
          <p:cNvPr id="91" name="文本框 35"/>
          <p:cNvSpPr txBox="1"/>
          <p:nvPr/>
        </p:nvSpPr>
        <p:spPr>
          <a:xfrm>
            <a:off x="17854909" y="3482148"/>
            <a:ext cx="4441612" cy="1518371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/>
          <a:p>
            <a:pPr>
              <a:defRPr sz="4000">
                <a:solidFill>
                  <a:srgbClr val="FFFFFF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54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Alibaba PuHuiTi R"/>
              </a:rPr>
              <a:t>持续进化</a:t>
            </a:r>
            <a:endParaRPr lang="zh-CN" sz="5400" dirty="0" err="1">
              <a:solidFill>
                <a:schemeClr val="bg1"/>
              </a:solidFill>
              <a:latin typeface="微软雅黑" charset="0"/>
              <a:ea typeface="微软雅黑" charset="0"/>
              <a:cs typeface="Alibaba PuHuiTi R"/>
            </a:endParaRPr>
          </a:p>
        </p:txBody>
      </p:sp>
      <p:pic>
        <p:nvPicPr>
          <p:cNvPr id="98" name="图层 10.png" descr="图层 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53586" y="10858484"/>
            <a:ext cx="2404417" cy="2273906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2245377" rotWithShape="0">
              <a:srgbClr val="0247C8">
                <a:alpha val="26372"/>
              </a:srgbClr>
            </a:outerShdw>
          </a:effectLst>
        </p:spPr>
      </p:pic>
      <p:sp>
        <p:nvSpPr>
          <p:cNvPr id="106" name="矩形: 圆角 27"/>
          <p:cNvSpPr/>
          <p:nvPr/>
        </p:nvSpPr>
        <p:spPr>
          <a:xfrm>
            <a:off x="9669145" y="5376545"/>
            <a:ext cx="5174615" cy="6116955"/>
          </a:xfrm>
          <a:prstGeom prst="roundRect">
            <a:avLst>
              <a:gd name="adj" fmla="val 9261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path path="shape">
              <a:fillToRect l="14012" t="7389" r="85987" b="92610"/>
            </a:path>
          </a:gradFill>
          <a:ln w="12700" cap="flat">
            <a:noFill/>
            <a:miter lim="400000"/>
          </a:ln>
          <a:effectLst>
            <a:innerShdw blurRad="63500" dist="50800" dir="2700000">
              <a:schemeClr val="accent4">
                <a:lumMod val="50000"/>
                <a:alpha val="64000"/>
              </a:schemeClr>
            </a:innerShdw>
          </a:effectLst>
          <a:scene3d>
            <a:camera prst="obliqueBottomRight"/>
            <a:lightRig rig="twoPt" dir="t">
              <a:rot lat="0" lon="0" rev="6000000"/>
            </a:lightRig>
          </a:scene3d>
          <a:sp3d prstMaterial="powder"/>
        </p:spPr>
        <p:txBody>
          <a:bodyPr wrap="square" lIns="91439" tIns="91439" rIns="91439" bIns="91439" numCol="1" anchor="ctr">
            <a:noAutofit/>
          </a:bodyPr>
          <a:lstStyle/>
          <a:p>
            <a:endParaRPr dirty="0"/>
          </a:p>
        </p:txBody>
      </p:sp>
      <p:sp>
        <p:nvSpPr>
          <p:cNvPr id="36" name="文本框 35"/>
          <p:cNvSpPr txBox="1"/>
          <p:nvPr/>
        </p:nvSpPr>
        <p:spPr>
          <a:xfrm>
            <a:off x="10676706" y="3456100"/>
            <a:ext cx="2953887" cy="1518371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/>
          <a:p>
            <a:pPr>
              <a:defRPr sz="4000">
                <a:solidFill>
                  <a:srgbClr val="FFFFFF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54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Alibaba PuHuiTi R"/>
              </a:rPr>
              <a:t>强大生态</a:t>
            </a:r>
            <a:endParaRPr lang="zh-CN" sz="5400" dirty="0" err="1">
              <a:solidFill>
                <a:schemeClr val="bg1"/>
              </a:solidFill>
              <a:latin typeface="微软雅黑" charset="0"/>
              <a:ea typeface="微软雅黑" charset="0"/>
              <a:cs typeface="Alibaba PuHuiTi R"/>
            </a:endParaRPr>
          </a:p>
        </p:txBody>
      </p:sp>
      <p:sp>
        <p:nvSpPr>
          <p:cNvPr id="37" name="请在此输入次级内容请在此输入"/>
          <p:cNvSpPr txBox="1"/>
          <p:nvPr/>
        </p:nvSpPr>
        <p:spPr>
          <a:xfrm>
            <a:off x="9483725" y="4561840"/>
            <a:ext cx="5798185" cy="1031240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lvl1pPr>
              <a:lnSpc>
                <a:spcPct val="125000"/>
              </a:lnSpc>
              <a:defRPr sz="25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defRPr>
            </a:lvl1pPr>
          </a:lstStyle>
          <a:p>
            <a:r>
              <a:rPr 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百度核心</a:t>
            </a:r>
            <a:r>
              <a:rPr lang="en-US" alt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Skills</a:t>
            </a:r>
            <a:r>
              <a:rPr lang="zh-CN" altLang="en-US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能力的“超级入口”</a:t>
            </a:r>
            <a:endParaRPr lang="zh-CN" altLang="en-US" sz="2800" dirty="0" err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文本框 35"/>
          <p:cNvSpPr txBox="1"/>
          <p:nvPr/>
        </p:nvSpPr>
        <p:spPr>
          <a:xfrm>
            <a:off x="3148623" y="3482148"/>
            <a:ext cx="4441612" cy="1518371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/>
          <a:p>
            <a:pPr>
              <a:defRPr sz="4000">
                <a:solidFill>
                  <a:srgbClr val="FFFFFF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54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Alibaba PuHuiTi R"/>
                <a:sym typeface="Helvetica"/>
              </a:rPr>
              <a:t>领先框架</a:t>
            </a:r>
            <a:endParaRPr lang="zh-CN" sz="5400" dirty="0" err="1">
              <a:solidFill>
                <a:schemeClr val="bg1"/>
              </a:solidFill>
              <a:latin typeface="微软雅黑" charset="0"/>
              <a:ea typeface="微软雅黑" charset="0"/>
              <a:cs typeface="Alibaba PuHuiTi R"/>
              <a:sym typeface="Helvetica"/>
            </a:endParaRPr>
          </a:p>
        </p:txBody>
      </p:sp>
      <p:sp>
        <p:nvSpPr>
          <p:cNvPr id="21" name="请在此输入次级内容请在此输入"/>
          <p:cNvSpPr txBox="1"/>
          <p:nvPr/>
        </p:nvSpPr>
        <p:spPr>
          <a:xfrm>
            <a:off x="2240210" y="4361114"/>
            <a:ext cx="5246214" cy="1492442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lvl1pPr>
              <a:lnSpc>
                <a:spcPct val="125000"/>
              </a:lnSpc>
              <a:defRPr sz="25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defRPr>
            </a:lvl1pPr>
          </a:lstStyle>
          <a:p>
            <a:pPr>
              <a:lnSpc>
                <a:spcPct val="100000"/>
              </a:lnSpc>
              <a:defRPr sz="4000">
                <a:solidFill>
                  <a:srgbClr val="FFFFFF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等线"/>
              </a:rPr>
              <a:t>基于领先的模型及</a:t>
            </a:r>
            <a:r>
              <a:rPr lang="en-US" alt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等线"/>
              </a:rPr>
              <a:t>Harness</a:t>
            </a:r>
            <a:r>
              <a:rPr lang="zh-CN" altLang="en-US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等线"/>
              </a:rPr>
              <a:t>引擎</a:t>
            </a:r>
            <a:r>
              <a:rPr lang="en-US" alt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等线"/>
              </a:rPr>
              <a:t>，DuMate</a:t>
            </a:r>
            <a:r>
              <a:rPr lang="zh-CN" altLang="en-US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等线"/>
              </a:rPr>
              <a:t>拥有超强执行力</a:t>
            </a:r>
            <a:endParaRPr lang="zh-CN" altLang="en-US" sz="2800" dirty="0" err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等线"/>
            </a:endParaRPr>
          </a:p>
        </p:txBody>
      </p:sp>
      <p:sp>
        <p:nvSpPr>
          <p:cNvPr id="2" name="请在此输入次级内容请在此输入"/>
          <p:cNvSpPr txBox="1"/>
          <p:nvPr/>
        </p:nvSpPr>
        <p:spPr>
          <a:xfrm>
            <a:off x="16600805" y="4450715"/>
            <a:ext cx="5798185" cy="1031240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lvl1pPr>
              <a:lnSpc>
                <a:spcPct val="125000"/>
              </a:lnSpc>
              <a:defRPr sz="25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defRPr>
            </a:lvl1pPr>
          </a:lstStyle>
          <a:p>
            <a:r>
              <a:rPr 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内置长期记忆及数据飞轮</a:t>
            </a:r>
            <a:r>
              <a:rPr lang="en-US" alt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越用越懂你</a:t>
            </a:r>
            <a:r>
              <a:rPr lang="en-US" alt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越用越聪明</a:t>
            </a:r>
            <a:r>
              <a:rPr lang="en-US" altLang="zh-CN" sz="2800" dirty="0" err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altLang="zh-CN" sz="2800" dirty="0" err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8850" y="5570855"/>
            <a:ext cx="4846955" cy="5327015"/>
          </a:xfrm>
          <a:prstGeom prst="rect">
            <a:avLst/>
          </a:prstGeom>
        </p:spPr>
      </p:pic>
      <p:sp>
        <p:nvSpPr>
          <p:cNvPr id="8" name="矩形: 圆角 27"/>
          <p:cNvSpPr/>
          <p:nvPr/>
        </p:nvSpPr>
        <p:spPr>
          <a:xfrm>
            <a:off x="16955135" y="5826760"/>
            <a:ext cx="5174615" cy="5777230"/>
          </a:xfrm>
          <a:prstGeom prst="roundRect">
            <a:avLst>
              <a:gd name="adj" fmla="val 9261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path path="shape">
              <a:fillToRect l="14012" t="7389" r="85987" b="92610"/>
            </a:path>
          </a:gradFill>
          <a:ln w="12700" cap="flat">
            <a:noFill/>
            <a:miter lim="400000"/>
          </a:ln>
          <a:effectLst>
            <a:innerShdw blurRad="63500" dist="50800" dir="2700000">
              <a:schemeClr val="accent4">
                <a:lumMod val="50000"/>
                <a:alpha val="64000"/>
              </a:schemeClr>
            </a:innerShdw>
          </a:effectLst>
          <a:scene3d>
            <a:camera prst="obliqueBottomRight"/>
            <a:lightRig rig="twoPt" dir="t">
              <a:rot lat="0" lon="0" rev="6000000"/>
            </a:lightRig>
          </a:scene3d>
          <a:sp3d prstMaterial="powder"/>
        </p:spPr>
        <p:txBody>
          <a:bodyPr wrap="square" lIns="91439" tIns="91439" rIns="91439" bIns="91439" numCol="1" anchor="ctr">
            <a:noAutofit/>
          </a:bodyPr>
          <a:lstStyle/>
          <a:p>
            <a:endParaRPr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14825" y="6325870"/>
            <a:ext cx="4947920" cy="4572635"/>
          </a:xfrm>
          <a:prstGeom prst="rect">
            <a:avLst/>
          </a:prstGeom>
        </p:spPr>
      </p:pic>
      <p:pic>
        <p:nvPicPr>
          <p:cNvPr id="11" name="图片 10" descr="/Users/licong/Desktop/截屏2026-05-12 10.11.16.png截屏2026-05-12 10.11.16"/>
          <p:cNvPicPr>
            <a:picLocks noChangeAspect="1"/>
          </p:cNvPicPr>
          <p:nvPr/>
        </p:nvPicPr>
        <p:blipFill>
          <a:blip r:embed="rId11"/>
          <a:srcRect t="1612" b="1612"/>
          <a:stretch>
            <a:fillRect/>
          </a:stretch>
        </p:blipFill>
        <p:spPr>
          <a:xfrm>
            <a:off x="2629535" y="8940800"/>
            <a:ext cx="4410710" cy="2273300"/>
          </a:xfrm>
          <a:prstGeom prst="roundRect">
            <a:avLst/>
          </a:prstGeom>
          <a:ln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0"/>
            </a:gradFill>
          </a:ln>
        </p:spPr>
      </p:pic>
      <p:pic>
        <p:nvPicPr>
          <p:cNvPr id="12" name="图片 11" descr="/Users/licong/Desktop/截屏2026-05-12 10.11.28.png截屏2026-05-12 10.11.28"/>
          <p:cNvPicPr>
            <a:picLocks noChangeAspect="1"/>
          </p:cNvPicPr>
          <p:nvPr/>
        </p:nvPicPr>
        <p:blipFill>
          <a:blip r:embed="rId12"/>
          <a:srcRect l="1131" r="1131"/>
          <a:stretch>
            <a:fillRect/>
          </a:stretch>
        </p:blipFill>
        <p:spPr>
          <a:xfrm>
            <a:off x="2629535" y="6325870"/>
            <a:ext cx="4410710" cy="2273300"/>
          </a:xfrm>
          <a:prstGeom prst="roundRect">
            <a:avLst/>
          </a:prstGeom>
          <a:ln>
            <a:gradFill>
              <a:gsLst>
                <a:gs pos="50000">
                  <a:schemeClr val="accent4"/>
                </a:gs>
                <a:gs pos="0">
                  <a:schemeClr val="accent4">
                    <a:lumMod val="25000"/>
                    <a:lumOff val="7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0"/>
            </a:gradFill>
          </a:ln>
        </p:spPr>
      </p:pic>
      <p:sp>
        <p:nvSpPr>
          <p:cNvPr id="13" name="请在此输入次级内容请在此输入"/>
          <p:cNvSpPr txBox="1"/>
          <p:nvPr/>
        </p:nvSpPr>
        <p:spPr>
          <a:xfrm>
            <a:off x="3442335" y="5672455"/>
            <a:ext cx="2632075" cy="590550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lvl1pPr>
              <a:lnSpc>
                <a:spcPct val="125000"/>
              </a:lnSpc>
              <a:defRPr sz="25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defRPr>
            </a:lvl1pPr>
          </a:lstStyle>
          <a:p>
            <a:pPr>
              <a:lnSpc>
                <a:spcPct val="100000"/>
              </a:lnSpc>
              <a:defRPr sz="4000">
                <a:solidFill>
                  <a:srgbClr val="FFFFFF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2400" dirty="0" err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等线"/>
              </a:rPr>
              <a:t>多榜单实现</a:t>
            </a:r>
            <a:r>
              <a:rPr lang="en-US" altLang="zh-CN" sz="2400" dirty="0" err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等线"/>
              </a:rPr>
              <a:t>SOTA</a:t>
            </a:r>
            <a:endParaRPr lang="en-US" altLang="zh-CN" sz="2400" dirty="0" err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等线"/>
            </a:endParaRPr>
          </a:p>
        </p:txBody>
      </p:sp>
      <p:sp>
        <p:nvSpPr>
          <p:cNvPr id="25" name="请在此输入页面标题"/>
          <p:cNvSpPr txBox="1"/>
          <p:nvPr/>
        </p:nvSpPr>
        <p:spPr>
          <a:xfrm>
            <a:off x="5494655" y="12071426"/>
            <a:ext cx="12387580" cy="920115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r>
              <a:rPr lang="zh-CN" sz="4800" b="1" spc="0" dirty="0" err="1">
                <a:latin typeface="微软雅黑" charset="0"/>
                <a:ea typeface="微软雅黑" charset="0"/>
                <a:sym typeface="FZYouH_509R"/>
              </a:rPr>
              <a:t>内置安全沙箱，风险操作二次确认，值得信赖</a:t>
            </a:r>
            <a:endParaRPr lang="zh-CN" sz="4800" b="1" spc="0" dirty="0" err="1">
              <a:latin typeface="微软雅黑" charset="0"/>
              <a:ea typeface="微软雅黑" charset="0"/>
              <a:sym typeface="FZYouH_509R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层 9.png" descr="图层 9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1649416">
            <a:off x="-767913" y="1072245"/>
            <a:ext cx="2961590" cy="2998088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7755603" rotWithShape="0">
              <a:srgbClr val="C89E56">
                <a:alpha val="6846"/>
              </a:srgbClr>
            </a:outerShdw>
          </a:effectLst>
        </p:spPr>
      </p:pic>
      <p:pic>
        <p:nvPicPr>
          <p:cNvPr id="98" name="图层 10.png" descr="图层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3586" y="10858484"/>
            <a:ext cx="2404417" cy="2273906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2245377" rotWithShape="0">
              <a:srgbClr val="0247C8">
                <a:alpha val="26372"/>
              </a:srgbClr>
            </a:outerShdw>
          </a:effectLst>
        </p:spPr>
      </p:pic>
      <p:sp>
        <p:nvSpPr>
          <p:cNvPr id="19" name="矩形: 圆角 2"/>
          <p:cNvSpPr/>
          <p:nvPr/>
        </p:nvSpPr>
        <p:spPr>
          <a:xfrm rot="10800000" flipH="1">
            <a:off x="469265" y="4694555"/>
            <a:ext cx="11430000" cy="6073775"/>
          </a:xfrm>
          <a:prstGeom prst="roundRect">
            <a:avLst>
              <a:gd name="adj" fmla="val 5498"/>
            </a:avLst>
          </a:prstGeom>
          <a:gradFill>
            <a:gsLst>
              <a:gs pos="0">
                <a:srgbClr val="FFFFFF">
                  <a:alpha val="45622"/>
                </a:srgbClr>
              </a:gs>
              <a:gs pos="100000">
                <a:srgbClr val="F1F3F8">
                  <a:alpha val="36258"/>
                </a:srgbClr>
              </a:gs>
            </a:gsLst>
          </a:gradFill>
          <a:ln w="25400">
            <a:solidFill>
              <a:srgbClr val="FFFFFF"/>
            </a:solidFill>
            <a:miter/>
          </a:ln>
          <a:effectLst>
            <a:outerShdw blurRad="419100" dist="254562" dir="1914744" rotWithShape="0">
              <a:srgbClr val="7CB3F7">
                <a:alpha val="62563"/>
              </a:srgbClr>
            </a:outerShdw>
          </a:effectLst>
        </p:spPr>
        <p:txBody>
          <a:bodyPr tIns="81278" bIns="81278" anchor="ctr"/>
          <a:lstStyle/>
          <a:p>
            <a:pPr defTabSz="815975" hangingPunct="0"/>
            <a:endParaRPr sz="3200" kern="0">
              <a:solidFill>
                <a:srgbClr val="000000"/>
              </a:solidFill>
              <a:latin typeface="FZYouHei 508R" panose="02000000000000000000" charset="-122"/>
              <a:ea typeface="FZYouHei 508R" panose="02000000000000000000" charset="-122"/>
              <a:sym typeface="等线"/>
            </a:endParaRPr>
          </a:p>
        </p:txBody>
      </p:sp>
      <p:sp>
        <p:nvSpPr>
          <p:cNvPr id="23" name="Rectangle: Rounded Corners 17"/>
          <p:cNvSpPr/>
          <p:nvPr/>
        </p:nvSpPr>
        <p:spPr>
          <a:xfrm>
            <a:off x="469265" y="4684395"/>
            <a:ext cx="11430635" cy="800735"/>
          </a:xfrm>
          <a:prstGeom prst="round2SameRect">
            <a:avLst>
              <a:gd name="adj1" fmla="val 33692"/>
              <a:gd name="adj2" fmla="val 0"/>
            </a:avLst>
          </a:prstGeom>
          <a:gradFill>
            <a:gsLst>
              <a:gs pos="0">
                <a:schemeClr val="accent4"/>
              </a:gs>
              <a:gs pos="93000">
                <a:schemeClr val="accent5"/>
              </a:gs>
            </a:gsLst>
            <a:lin ang="0" scaled="0"/>
          </a:gradFill>
          <a:ln w="6350" cap="flat" cmpd="sng" algn="ctr">
            <a:solidFill>
              <a:srgbClr val="FFFFFF">
                <a:alpha val="50000"/>
              </a:srgbClr>
            </a:solidFill>
            <a:prstDash val="solid"/>
            <a:miter lim="800000"/>
          </a:ln>
          <a:effectLst>
            <a:innerShdw blurRad="381000" dist="190500" dir="18900000">
              <a:srgbClr val="FFFFFF">
                <a:alpha val="50000"/>
              </a:srgbClr>
            </a:innerShdw>
          </a:effectLst>
        </p:spPr>
        <p:txBody>
          <a:bodyPr lIns="0" tIns="0" rIns="0" bIns="0" rtlCol="0" anchor="ctr" anchorCtr="0">
            <a:noAutofit/>
          </a:bodyPr>
          <a:lstStyle/>
          <a:p>
            <a:pPr lvl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3190" b="1" dirty="0">
              <a:solidFill>
                <a:schemeClr val="bg1"/>
              </a:solidFill>
              <a:effectLst/>
              <a:latin typeface="FZYouHei 508R" panose="02000000000000000000" charset="-122"/>
              <a:ea typeface="FZYouHei 508R" panose="02000000000000000000" charset="-122"/>
              <a:cs typeface="MiSans" pitchFamily="34" charset="-120"/>
              <a:sym typeface="+mn-ea"/>
            </a:endParaRPr>
          </a:p>
        </p:txBody>
      </p:sp>
      <p:sp>
        <p:nvSpPr>
          <p:cNvPr id="28" name="TextBox 16"/>
          <p:cNvSpPr txBox="1"/>
          <p:nvPr/>
        </p:nvSpPr>
        <p:spPr>
          <a:xfrm>
            <a:off x="2846070" y="4778375"/>
            <a:ext cx="6674485" cy="758825"/>
          </a:xfrm>
          <a:prstGeom prst="rect">
            <a:avLst/>
          </a:prstGeom>
          <a:noFill/>
          <a:effectLst/>
        </p:spPr>
        <p:txBody>
          <a:bodyPr wrap="square" lIns="207672" tIns="103836" rIns="207672" bIns="103836" rtlCol="0">
            <a:spAutoFit/>
          </a:bodyPr>
          <a:lstStyle/>
          <a:p>
            <a:pPr algn="l"/>
            <a:r>
              <a:rPr lang="zh-CN" altLang="en-US" sz="3585" b="1" kern="0" dirty="0">
                <a:solidFill>
                  <a:schemeClr val="bg1"/>
                </a:solidFill>
                <a:uFillTx/>
                <a:latin typeface="FZYouHei 512B" panose="02000000000000000000" charset="-122"/>
                <a:ea typeface="FZYouHei 512B" panose="02000000000000000000" charset="-122"/>
              </a:rPr>
              <a:t>权威</a:t>
            </a:r>
            <a:r>
              <a:rPr lang="en-US" altLang="zh-CN" sz="3585" b="1" kern="0" dirty="0">
                <a:solidFill>
                  <a:schemeClr val="bg1"/>
                </a:solidFill>
                <a:uFillTx/>
                <a:latin typeface="FZYouHei 512B" panose="02000000000000000000" charset="-122"/>
                <a:ea typeface="FZYouHei 512B" panose="02000000000000000000" charset="-122"/>
              </a:rPr>
              <a:t>Agent</a:t>
            </a:r>
            <a:r>
              <a:rPr lang="zh-CN" altLang="en-US" sz="3585" b="1" kern="0" dirty="0">
                <a:solidFill>
                  <a:schemeClr val="bg1"/>
                </a:solidFill>
                <a:uFillTx/>
                <a:latin typeface="FZYouHei 512B" panose="02000000000000000000" charset="-122"/>
                <a:ea typeface="FZYouHei 512B" panose="02000000000000000000" charset="-122"/>
              </a:rPr>
              <a:t>榜单——Pinch</a:t>
            </a:r>
            <a:r>
              <a:rPr lang="en-US" altLang="zh-CN" sz="3585" b="1" kern="0" dirty="0">
                <a:solidFill>
                  <a:schemeClr val="bg1"/>
                </a:solidFill>
                <a:uFillTx/>
                <a:latin typeface="FZYouHei 512B" panose="02000000000000000000" charset="-122"/>
                <a:ea typeface="FZYouHei 512B" panose="02000000000000000000" charset="-122"/>
              </a:rPr>
              <a:t>B</a:t>
            </a:r>
            <a:r>
              <a:rPr lang="zh-CN" altLang="en-US" sz="3585" b="1" kern="0" dirty="0">
                <a:solidFill>
                  <a:schemeClr val="bg1"/>
                </a:solidFill>
                <a:uFillTx/>
                <a:latin typeface="FZYouHei 512B" panose="02000000000000000000" charset="-122"/>
                <a:ea typeface="FZYouHei 512B" panose="02000000000000000000" charset="-122"/>
              </a:rPr>
              <a:t>ench</a:t>
            </a:r>
            <a:endParaRPr lang="zh-CN" altLang="en-US" sz="3585" b="1" kern="0" dirty="0">
              <a:solidFill>
                <a:schemeClr val="bg1"/>
              </a:solidFill>
              <a:uFillTx/>
              <a:latin typeface="FZYouHei 512B" panose="02000000000000000000" charset="-122"/>
              <a:ea typeface="FZYouHei 512B" panose="020000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181475" y="11524615"/>
            <a:ext cx="4010660" cy="113855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82166" tIns="182166" rIns="182166" bIns="182166" numCol="1" spcCol="38100" rtlCol="0" fromWordArt="0" anchor="t" anchorCtr="0" forceAA="0" compatLnSpc="1">
            <a:noAutofit/>
          </a:bodyPr>
          <a:lstStyle/>
          <a:p>
            <a:pPr marL="171450" lvl="0" indent="-171450" algn="l">
              <a:lnSpc>
                <a:spcPct val="145000"/>
              </a:lnSpc>
              <a:buClr>
                <a:srgbClr val="26B0CC"/>
              </a:buClr>
              <a:buSzTx/>
              <a:buFont typeface="Wingdings" panose="05000000000000000000" charset="0"/>
              <a:buChar char=""/>
              <a:defRPr/>
            </a:pPr>
            <a:r>
              <a:rPr lang="en-US" altLang="zh-CN" sz="3585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FZYouHei 508R" panose="02000000000000000000" charset="-122"/>
                <a:ea typeface="FZYouHei 508R" panose="02000000000000000000" charset="-122"/>
                <a:cs typeface="FZYouHei 508R" panose="02000000000000000000" charset="-122"/>
                <a:sym typeface="等线"/>
              </a:rPr>
              <a:t>  </a:t>
            </a:r>
            <a:r>
              <a:rPr lang="zh-CN" altLang="en-US" sz="3585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FZYouHei 508R" panose="02000000000000000000" charset="-122"/>
                <a:ea typeface="FZYouHei 508R" panose="02000000000000000000" charset="-122"/>
                <a:cs typeface="FZYouHei 508R" panose="02000000000000000000" charset="-122"/>
                <a:sym typeface="等线"/>
              </a:rPr>
              <a:t>复杂长程任务</a:t>
            </a:r>
            <a:endParaRPr lang="zh-CN" altLang="en-US" sz="3585" kern="0" dirty="0">
              <a:solidFill>
                <a:schemeClr val="tx1">
                  <a:lumMod val="85000"/>
                  <a:lumOff val="15000"/>
                </a:schemeClr>
              </a:solidFill>
              <a:latin typeface="FZYouHei 508R" panose="02000000000000000000" charset="-122"/>
              <a:ea typeface="FZYouHei 508R" panose="02000000000000000000" charset="-122"/>
              <a:cs typeface="FZYouHei 508R" panose="02000000000000000000" charset="-122"/>
              <a:sym typeface="等线"/>
            </a:endParaRPr>
          </a:p>
        </p:txBody>
      </p:sp>
      <p:pic>
        <p:nvPicPr>
          <p:cNvPr id="35" name="图片 34" descr="1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75" y="5829935"/>
            <a:ext cx="10915015" cy="4999990"/>
          </a:xfrm>
          <a:prstGeom prst="roundRect">
            <a:avLst>
              <a:gd name="adj" fmla="val 11430"/>
            </a:avLst>
          </a:prstGeom>
        </p:spPr>
      </p:pic>
      <p:sp>
        <p:nvSpPr>
          <p:cNvPr id="2" name="矩形: 圆角 2"/>
          <p:cNvSpPr/>
          <p:nvPr/>
        </p:nvSpPr>
        <p:spPr>
          <a:xfrm rot="10800000" flipH="1">
            <a:off x="12327890" y="4704715"/>
            <a:ext cx="11430000" cy="6073775"/>
          </a:xfrm>
          <a:prstGeom prst="roundRect">
            <a:avLst>
              <a:gd name="adj" fmla="val 5498"/>
            </a:avLst>
          </a:prstGeom>
          <a:gradFill>
            <a:gsLst>
              <a:gs pos="0">
                <a:srgbClr val="FFFFFF">
                  <a:alpha val="45622"/>
                </a:srgbClr>
              </a:gs>
              <a:gs pos="100000">
                <a:srgbClr val="F1F3F8">
                  <a:alpha val="36258"/>
                </a:srgbClr>
              </a:gs>
            </a:gsLst>
          </a:gradFill>
          <a:ln w="25400">
            <a:solidFill>
              <a:srgbClr val="FFFFFF"/>
            </a:solidFill>
            <a:miter/>
          </a:ln>
          <a:effectLst>
            <a:outerShdw blurRad="419100" dist="254562" dir="1914744" rotWithShape="0">
              <a:srgbClr val="7CB3F7">
                <a:alpha val="62563"/>
              </a:srgbClr>
            </a:outerShdw>
          </a:effectLst>
        </p:spPr>
        <p:txBody>
          <a:bodyPr tIns="81278" bIns="81278" anchor="ctr"/>
          <a:p>
            <a:pPr defTabSz="815975" hangingPunct="0"/>
            <a:endParaRPr sz="3200" kern="0">
              <a:solidFill>
                <a:srgbClr val="000000"/>
              </a:solidFill>
              <a:latin typeface="FZYouHei 508R" panose="02000000000000000000" charset="-122"/>
              <a:ea typeface="FZYouHei 508R" panose="02000000000000000000" charset="-122"/>
              <a:sym typeface="等线"/>
            </a:endParaRPr>
          </a:p>
        </p:txBody>
      </p:sp>
      <p:sp>
        <p:nvSpPr>
          <p:cNvPr id="3" name="Rectangle: Rounded Corners 17"/>
          <p:cNvSpPr/>
          <p:nvPr/>
        </p:nvSpPr>
        <p:spPr>
          <a:xfrm>
            <a:off x="12327890" y="4694555"/>
            <a:ext cx="11430635" cy="800735"/>
          </a:xfrm>
          <a:prstGeom prst="round2SameRect">
            <a:avLst>
              <a:gd name="adj1" fmla="val 33692"/>
              <a:gd name="adj2" fmla="val 0"/>
            </a:avLst>
          </a:prstGeom>
          <a:gradFill>
            <a:gsLst>
              <a:gs pos="0">
                <a:schemeClr val="accent4"/>
              </a:gs>
              <a:gs pos="93000">
                <a:schemeClr val="accent5"/>
              </a:gs>
            </a:gsLst>
            <a:lin ang="0" scaled="0"/>
          </a:gradFill>
          <a:ln w="6350" cap="flat" cmpd="sng" algn="ctr">
            <a:solidFill>
              <a:srgbClr val="FFFFFF">
                <a:alpha val="50000"/>
              </a:srgbClr>
            </a:solidFill>
            <a:prstDash val="solid"/>
            <a:miter lim="800000"/>
          </a:ln>
          <a:effectLst>
            <a:innerShdw blurRad="381000" dist="190500" dir="18900000">
              <a:srgbClr val="FFFFFF">
                <a:alpha val="50000"/>
              </a:srgbClr>
            </a:innerShdw>
          </a:effectLst>
        </p:spPr>
        <p:txBody>
          <a:bodyPr lIns="0" tIns="0" rIns="0" bIns="0" rtlCol="0" anchor="ctr" anchorCtr="0">
            <a:noAutofit/>
          </a:bodyPr>
          <a:p>
            <a:pPr lvl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3190" b="1" dirty="0">
              <a:solidFill>
                <a:schemeClr val="bg1"/>
              </a:solidFill>
              <a:effectLst/>
              <a:latin typeface="FZYouHei 508R" panose="02000000000000000000" charset="-122"/>
              <a:ea typeface="FZYouHei 508R" panose="02000000000000000000" charset="-122"/>
              <a:cs typeface="MiSans" pitchFamily="34" charset="-120"/>
              <a:sym typeface="+mn-ea"/>
            </a:endParaRPr>
          </a:p>
        </p:txBody>
      </p:sp>
      <p:sp>
        <p:nvSpPr>
          <p:cNvPr id="4" name="TextBox 16"/>
          <p:cNvSpPr txBox="1"/>
          <p:nvPr/>
        </p:nvSpPr>
        <p:spPr>
          <a:xfrm>
            <a:off x="14390370" y="4778375"/>
            <a:ext cx="7829550" cy="758825"/>
          </a:xfrm>
          <a:prstGeom prst="rect">
            <a:avLst/>
          </a:prstGeom>
          <a:noFill/>
          <a:effectLst/>
        </p:spPr>
        <p:txBody>
          <a:bodyPr wrap="square" lIns="207672" tIns="103836" rIns="207672" bIns="103836" rtlCol="0">
            <a:spAutoFit/>
          </a:bodyPr>
          <a:p>
            <a:pPr algn="l"/>
            <a:r>
              <a:rPr lang="zh-CN" altLang="en-US" sz="3585" b="1" kern="0" dirty="0">
                <a:solidFill>
                  <a:schemeClr val="bg1"/>
                </a:solidFill>
                <a:uFillTx/>
                <a:latin typeface="FZYouHei 512B" panose="02000000000000000000" charset="-122"/>
                <a:ea typeface="FZYouHei 512B" panose="02000000000000000000" charset="-122"/>
              </a:rPr>
              <a:t>深度研究权威榜单——</a:t>
            </a:r>
            <a:r>
              <a:rPr lang="en-US" altLang="zh-CN" sz="3585" b="1" kern="0" dirty="0">
                <a:solidFill>
                  <a:schemeClr val="bg1"/>
                </a:solidFill>
                <a:uFillTx/>
                <a:latin typeface="FZYouHei 512B" panose="02000000000000000000" charset="-122"/>
                <a:ea typeface="FZYouHei 512B" panose="02000000000000000000" charset="-122"/>
              </a:rPr>
              <a:t>DeepResearch</a:t>
            </a:r>
            <a:endParaRPr lang="en-US" altLang="zh-CN" sz="3585" b="1" kern="0" dirty="0">
              <a:solidFill>
                <a:schemeClr val="bg1"/>
              </a:solidFill>
              <a:uFillTx/>
              <a:latin typeface="FZYouHei 512B" panose="02000000000000000000" charset="-122"/>
              <a:ea typeface="FZYouHei 512B" panose="02000000000000000000" charset="-122"/>
            </a:endParaRPr>
          </a:p>
        </p:txBody>
      </p:sp>
      <p:pic>
        <p:nvPicPr>
          <p:cNvPr id="5" name="图片 4" descr="/Users/leecong/Desktop/截屏2026-05-17 22.48.05.png截屏2026-05-17 22.48.05"/>
          <p:cNvPicPr>
            <a:picLocks noChangeAspect="1"/>
          </p:cNvPicPr>
          <p:nvPr/>
        </p:nvPicPr>
        <p:blipFill>
          <a:blip r:embed="rId4"/>
          <a:srcRect l="803" t="1174" r="1065"/>
          <a:stretch>
            <a:fillRect/>
          </a:stretch>
        </p:blipFill>
        <p:spPr>
          <a:xfrm>
            <a:off x="12701905" y="5929630"/>
            <a:ext cx="10711180" cy="4919345"/>
          </a:xfrm>
          <a:prstGeom prst="roundRect">
            <a:avLst>
              <a:gd name="adj" fmla="val 8971"/>
            </a:avLst>
          </a:prstGeom>
        </p:spPr>
      </p:pic>
      <p:sp>
        <p:nvSpPr>
          <p:cNvPr id="6" name="文本框 5"/>
          <p:cNvSpPr txBox="1"/>
          <p:nvPr/>
        </p:nvSpPr>
        <p:spPr>
          <a:xfrm>
            <a:off x="10198735" y="11602085"/>
            <a:ext cx="3442335" cy="984250"/>
          </a:xfrm>
          <a:prstGeom prst="rect">
            <a:avLst/>
          </a:prstGeom>
          <a:noFill/>
          <a:ln w="254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91439" tIns="91439" rIns="91439" bIns="91439" numCol="1" spcCol="38100" rtlCol="0" anchor="t" forceAA="0">
            <a:spAutoFit/>
          </a:bodyPr>
          <a:p>
            <a:pPr marL="171450" lvl="0" indent="-171450" algn="l">
              <a:lnSpc>
                <a:spcPct val="145000"/>
              </a:lnSpc>
              <a:buClr>
                <a:srgbClr val="26B0CC"/>
              </a:buClr>
              <a:buSzTx/>
              <a:buFont typeface="Wingdings" panose="05000000000000000000" charset="0"/>
              <a:buChar char=""/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FZYouHei 508R" panose="02000000000000000000" charset="-122"/>
                <a:ea typeface="FZYouHei 508R" panose="02000000000000000000" charset="-122"/>
                <a:cs typeface="FZYouHei 508R" panose="02000000000000000000" charset="-122"/>
                <a:sym typeface="等线"/>
              </a:rPr>
              <a:t>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ZYouHei 508R" panose="02000000000000000000" charset="-122"/>
                <a:ea typeface="FZYouHei 508R" panose="02000000000000000000" charset="-122"/>
                <a:cs typeface="FZYouHei 508R" panose="02000000000000000000" charset="-122"/>
                <a:sym typeface="等线"/>
              </a:rPr>
              <a:t>多任务并行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647670" y="11601450"/>
            <a:ext cx="3484880" cy="984250"/>
          </a:xfrm>
          <a:prstGeom prst="rect">
            <a:avLst/>
          </a:prstGeom>
          <a:noFill/>
          <a:ln w="254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91439" tIns="91439" rIns="91439" bIns="91439" numCol="1" spcCol="38100" rtlCol="0" anchor="t" forceAA="0">
            <a:spAutoFit/>
          </a:bodyPr>
          <a:p>
            <a:pPr marL="171450" lvl="0" indent="-171450" algn="l">
              <a:lnSpc>
                <a:spcPct val="145000"/>
              </a:lnSpc>
              <a:buClr>
                <a:srgbClr val="26B0CC"/>
              </a:buClr>
              <a:buSzTx/>
              <a:buFont typeface="Wingdings" panose="05000000000000000000" charset="0"/>
              <a:buChar char=""/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FZYouHei 508R" panose="02000000000000000000" charset="-122"/>
                <a:ea typeface="FZYouHei 508R" panose="02000000000000000000" charset="-122"/>
                <a:cs typeface="FZYouHei 508R" panose="02000000000000000000" charset="-122"/>
                <a:sym typeface="等线"/>
              </a:rPr>
              <a:t>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ZYouHei 508R" panose="02000000000000000000" charset="-122"/>
                <a:ea typeface="FZYouHei 508R" panose="02000000000000000000" charset="-122"/>
                <a:cs typeface="FZYouHei 508R" panose="02000000000000000000" charset="-122"/>
                <a:sym typeface="等线"/>
              </a:rPr>
              <a:t>执行效果优异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/>
            </a:endParaRPr>
          </a:p>
        </p:txBody>
      </p:sp>
      <p:sp>
        <p:nvSpPr>
          <p:cNvPr id="8" name="请在此输入页面标题"/>
          <p:cNvSpPr txBox="1"/>
          <p:nvPr/>
        </p:nvSpPr>
        <p:spPr>
          <a:xfrm>
            <a:off x="8314690" y="3541471"/>
            <a:ext cx="7526020" cy="101219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r>
              <a:rPr lang="zh-CN" sz="5400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多个权威榜单实现</a:t>
            </a:r>
            <a:r>
              <a:rPr lang="en-US" altLang="zh-CN" sz="5400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SOTA</a:t>
            </a:r>
            <a:endParaRPr lang="en-US" altLang="zh-CN" sz="5400" spc="0" dirty="0" err="1">
              <a:latin typeface="微软雅黑" charset="0"/>
              <a:ea typeface="微软雅黑" charset="0"/>
              <a:cs typeface="微软雅黑" charset="0"/>
              <a:sym typeface="FZYouH_509R"/>
            </a:endParaRPr>
          </a:p>
        </p:txBody>
      </p:sp>
      <p:sp>
        <p:nvSpPr>
          <p:cNvPr id="46" name="请在此输入页面标题"/>
          <p:cNvSpPr txBox="1"/>
          <p:nvPr/>
        </p:nvSpPr>
        <p:spPr>
          <a:xfrm>
            <a:off x="3956050" y="2141931"/>
            <a:ext cx="17754600" cy="125857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pPr algn="ctr"/>
            <a:r>
              <a:rPr spc="0" dirty="0" err="1">
                <a:latin typeface="微软雅黑" charset="0"/>
                <a:ea typeface="微软雅黑" charset="0"/>
                <a:sym typeface="FZYouH_509R"/>
              </a:rPr>
              <a:t>领先框架—百度搭子DuMate“超级执行力”</a:t>
            </a:r>
            <a:endParaRPr spc="0" dirty="0" err="1">
              <a:latin typeface="微软雅黑" charset="0"/>
              <a:ea typeface="微软雅黑" charset="0"/>
              <a:sym typeface="FZYouH_509R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44"/>
          <p:cNvSpPr/>
          <p:nvPr>
            <p:custDataLst>
              <p:tags r:id="rId1"/>
            </p:custDataLst>
          </p:nvPr>
        </p:nvSpPr>
        <p:spPr>
          <a:xfrm>
            <a:off x="1280160" y="5799455"/>
            <a:ext cx="22397720" cy="7332980"/>
          </a:xfrm>
          <a:prstGeom prst="roundRect">
            <a:avLst>
              <a:gd name="adj" fmla="val 5052"/>
            </a:avLst>
          </a:prstGeom>
          <a:gradFill>
            <a:gsLst>
              <a:gs pos="0">
                <a:srgbClr val="C0CAFC"/>
              </a:gs>
              <a:gs pos="100000">
                <a:srgbClr val="7398F0">
                  <a:alpha val="38000"/>
                </a:srgbClr>
              </a:gs>
              <a:gs pos="43000">
                <a:srgbClr val="BEDEFC">
                  <a:alpha val="0"/>
                </a:srgbClr>
              </a:gs>
            </a:gsLst>
            <a:lin ang="5400000" scaled="0"/>
          </a:gradFill>
          <a:ln w="12700">
            <a:miter lim="400000"/>
          </a:ln>
          <a:effectLst>
            <a:outerShdw blurRad="215900" dist="124503" dir="3464741" rotWithShape="0">
              <a:srgbClr val="7B53B6">
                <a:alpha val="15587"/>
              </a:srgbClr>
            </a:outerShdw>
          </a:effectLst>
        </p:spPr>
        <p:txBody>
          <a:bodyPr tIns="70498" bIns="70498" anchor="ctr">
            <a:noAutofit/>
          </a:bodyPr>
          <a:p>
            <a:pPr lvl="0" algn="ctr">
              <a:buClrTx/>
              <a:buSzTx/>
              <a:buFontTx/>
              <a:defRPr>
                <a:solidFill>
                  <a:srgbClr val="FFFFFF"/>
                </a:solidFill>
              </a:defRPr>
            </a:pPr>
            <a:endParaRPr sz="59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1" name="矩形: 圆角 31"/>
          <p:cNvSpPr/>
          <p:nvPr/>
        </p:nvSpPr>
        <p:spPr>
          <a:xfrm>
            <a:off x="1280160" y="3185160"/>
            <a:ext cx="22397085" cy="2273935"/>
          </a:xfrm>
          <a:prstGeom prst="roundRect">
            <a:avLst>
              <a:gd name="adj" fmla="val 5015"/>
            </a:avLst>
          </a:prstGeom>
          <a:gradFill>
            <a:gsLst>
              <a:gs pos="0">
                <a:srgbClr val="92C3FC"/>
              </a:gs>
              <a:gs pos="100000">
                <a:srgbClr val="C3E0FC">
                  <a:alpha val="32000"/>
                </a:srgbClr>
              </a:gs>
              <a:gs pos="43000">
                <a:srgbClr val="BEDEFC">
                  <a:alpha val="0"/>
                </a:srgbClr>
              </a:gs>
            </a:gsLst>
            <a:lin ang="5400000" scaled="0"/>
          </a:gradFill>
          <a:ln w="12700">
            <a:miter lim="400000"/>
          </a:ln>
          <a:effectLst>
            <a:outerShdw blurRad="215900" dist="124503" dir="3464741" rotWithShape="0">
              <a:srgbClr val="6478F3">
                <a:alpha val="15587"/>
              </a:srgbClr>
            </a:outerShdw>
          </a:effectLst>
        </p:spPr>
        <p:txBody>
          <a:bodyPr tIns="70498" bIns="70498" anchor="ctr">
            <a:noAutofit/>
          </a:bodyPr>
          <a:p>
            <a:pPr lvl="0" algn="ctr">
              <a:buClrTx/>
              <a:buSzTx/>
              <a:buFontTx/>
              <a:defRPr>
                <a:solidFill>
                  <a:srgbClr val="FFFFFF"/>
                </a:solidFill>
              </a:defRPr>
            </a:pPr>
            <a:endParaRPr sz="590">
              <a:solidFill>
                <a:srgbClr val="BEDEFC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98" name="图层 10.png" descr="图层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3586" y="10858484"/>
            <a:ext cx="2404417" cy="2273906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2245377" rotWithShape="0">
              <a:srgbClr val="0247C8">
                <a:alpha val="26372"/>
              </a:srgbClr>
            </a:outerShdw>
          </a:effectLst>
        </p:spPr>
      </p:pic>
      <p:sp>
        <p:nvSpPr>
          <p:cNvPr id="46" name="请在此输入页面标题"/>
          <p:cNvSpPr txBox="1"/>
          <p:nvPr/>
        </p:nvSpPr>
        <p:spPr>
          <a:xfrm>
            <a:off x="4296410" y="1837131"/>
            <a:ext cx="17073880" cy="125857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pPr algn="ctr"/>
            <a:r>
              <a:rPr lang="zh-CN" spc="0" dirty="0" err="1">
                <a:latin typeface="微软雅黑" charset="0"/>
                <a:ea typeface="微软雅黑" charset="0"/>
                <a:sym typeface="FZYouH_509R"/>
              </a:rPr>
              <a:t>强大生态</a:t>
            </a:r>
            <a:r>
              <a:rPr spc="0" dirty="0" err="1">
                <a:latin typeface="微软雅黑" charset="0"/>
                <a:ea typeface="微软雅黑" charset="0"/>
                <a:sym typeface="FZYouH_509R"/>
              </a:rPr>
              <a:t>—</a:t>
            </a:r>
            <a:r>
              <a:rPr lang="zh-CN" spc="0" dirty="0" err="1">
                <a:latin typeface="微软雅黑" charset="0"/>
                <a:ea typeface="微软雅黑" charset="0"/>
                <a:sym typeface="+mn-ea"/>
              </a:rPr>
              <a:t>百度及三方能力的“超级入口”</a:t>
            </a:r>
            <a:endParaRPr spc="0" dirty="0" err="1">
              <a:latin typeface="微软雅黑" charset="0"/>
              <a:ea typeface="微软雅黑" charset="0"/>
              <a:sym typeface="FZYouH_509R"/>
            </a:endParaRPr>
          </a:p>
        </p:txBody>
      </p:sp>
      <p:grpSp>
        <p:nvGrpSpPr>
          <p:cNvPr id="1005" name="成组"/>
          <p:cNvGrpSpPr/>
          <p:nvPr/>
        </p:nvGrpSpPr>
        <p:grpSpPr>
          <a:xfrm>
            <a:off x="3131185" y="4451985"/>
            <a:ext cx="18722340" cy="762635"/>
            <a:chOff x="0" y="0"/>
            <a:chExt cx="31853080" cy="1296784"/>
          </a:xfrm>
        </p:grpSpPr>
        <p:grpSp>
          <p:nvGrpSpPr>
            <p:cNvPr id="979" name="成组"/>
            <p:cNvGrpSpPr/>
            <p:nvPr/>
          </p:nvGrpSpPr>
          <p:grpSpPr>
            <a:xfrm>
              <a:off x="0" y="12977"/>
              <a:ext cx="4329922" cy="1270828"/>
              <a:chOff x="0" y="0"/>
              <a:chExt cx="4329921" cy="1270827"/>
            </a:xfrm>
          </p:grpSpPr>
          <p:grpSp>
            <p:nvGrpSpPr>
              <p:cNvPr id="977" name="组合 888"/>
              <p:cNvGrpSpPr/>
              <p:nvPr/>
            </p:nvGrpSpPr>
            <p:grpSpPr>
              <a:xfrm>
                <a:off x="0" y="0"/>
                <a:ext cx="1295400" cy="1270827"/>
                <a:chOff x="0" y="0"/>
                <a:chExt cx="1295400" cy="1270826"/>
              </a:xfrm>
            </p:grpSpPr>
            <p:sp>
              <p:nvSpPr>
                <p:cNvPr id="975" name="矩形: 圆角 557"/>
                <p:cNvSpPr/>
                <p:nvPr/>
              </p:nvSpPr>
              <p:spPr>
                <a:xfrm>
                  <a:off x="0" y="0"/>
                  <a:ext cx="1295400" cy="1270827"/>
                </a:xfrm>
                <a:prstGeom prst="roundRect">
                  <a:avLst>
                    <a:gd name="adj" fmla="val 15854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12900" tIns="12900" rIns="12900" bIns="12900" numCol="1" anchor="ctr">
                  <a:noAutofit/>
                </a:bodyPr>
                <a:lstStyle/>
                <a:p>
                  <a:pPr algn="ctr" defTabSz="1299210">
                    <a:spcBef>
                      <a:spcPts val="2400"/>
                    </a:spcBef>
                    <a:defRPr sz="1500">
                      <a:solidFill>
                        <a:srgbClr val="FFFFFF"/>
                      </a:solidFill>
                    </a:defRPr>
                  </a:pPr>
                  <a:endParaRPr sz="915">
                    <a:solidFill>
                      <a:srgbClr val="1C359D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  <p:pic>
              <p:nvPicPr>
                <p:cNvPr id="976" name="图片 890" descr="图片 890"/>
                <p:cNvPicPr>
                  <a:picLocks noChangeAspect="1"/>
                </p:cNvPicPr>
                <p:nvPr/>
              </p:nvPicPr>
              <p:blipFill>
                <a:blip r:embed="rId3"/>
                <a:srcRect l="15583" t="11524" r="15578" b="11509"/>
                <a:stretch>
                  <a:fillRect/>
                </a:stretch>
              </p:blipFill>
              <p:spPr>
                <a:xfrm>
                  <a:off x="178028" y="112681"/>
                  <a:ext cx="939404" cy="10294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595" y="0"/>
                      </a:moveTo>
                      <a:cubicBezTo>
                        <a:pt x="1607" y="0"/>
                        <a:pt x="0" y="1467"/>
                        <a:pt x="0" y="3281"/>
                      </a:cubicBezTo>
                      <a:lnTo>
                        <a:pt x="0" y="18311"/>
                      </a:lnTo>
                      <a:cubicBezTo>
                        <a:pt x="0" y="20125"/>
                        <a:pt x="1607" y="21600"/>
                        <a:pt x="3595" y="21600"/>
                      </a:cubicBezTo>
                      <a:lnTo>
                        <a:pt x="17995" y="21600"/>
                      </a:lnTo>
                      <a:cubicBezTo>
                        <a:pt x="19984" y="21600"/>
                        <a:pt x="21600" y="20125"/>
                        <a:pt x="21600" y="18311"/>
                      </a:cubicBezTo>
                      <a:lnTo>
                        <a:pt x="21600" y="3281"/>
                      </a:lnTo>
                      <a:cubicBezTo>
                        <a:pt x="21600" y="1467"/>
                        <a:pt x="19984" y="0"/>
                        <a:pt x="17995" y="0"/>
                      </a:cubicBezTo>
                      <a:lnTo>
                        <a:pt x="3595" y="0"/>
                      </a:lnTo>
                      <a:close/>
                    </a:path>
                  </a:pathLst>
                </a:cu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</p:grpSp>
          <p:sp>
            <p:nvSpPr>
              <p:cNvPr id="978" name="文本框 87"/>
              <p:cNvSpPr txBox="1"/>
              <p:nvPr/>
            </p:nvSpPr>
            <p:spPr>
              <a:xfrm>
                <a:off x="1289542" y="503684"/>
                <a:ext cx="3040379" cy="5549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12900" tIns="12900" rIns="12900" bIns="12900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800">
                    <a:solidFill>
                      <a:srgbClr val="1C359D"/>
                    </a:solidFill>
                    <a:latin typeface="微软雅黑" charset="0"/>
                    <a:ea typeface="微软雅黑" charset="0"/>
                  </a:rPr>
                  <a:t>百度搜索</a:t>
                </a:r>
                <a:endParaRPr sz="2800">
                  <a:solidFill>
                    <a:srgbClr val="1C359D"/>
                  </a:solidFill>
                  <a:latin typeface="微软雅黑" charset="0"/>
                  <a:ea typeface="微软雅黑" charset="0"/>
                </a:endParaRPr>
              </a:p>
            </p:txBody>
          </p:sp>
        </p:grpSp>
        <p:grpSp>
          <p:nvGrpSpPr>
            <p:cNvPr id="984" name="成组"/>
            <p:cNvGrpSpPr/>
            <p:nvPr/>
          </p:nvGrpSpPr>
          <p:grpSpPr>
            <a:xfrm>
              <a:off x="5502048" y="14223"/>
              <a:ext cx="4329922" cy="1268336"/>
              <a:chOff x="0" y="0"/>
              <a:chExt cx="4329921" cy="1268334"/>
            </a:xfrm>
          </p:grpSpPr>
          <p:grpSp>
            <p:nvGrpSpPr>
              <p:cNvPr id="982" name="组合 69"/>
              <p:cNvGrpSpPr/>
              <p:nvPr/>
            </p:nvGrpSpPr>
            <p:grpSpPr>
              <a:xfrm>
                <a:off x="0" y="0"/>
                <a:ext cx="1295400" cy="1268334"/>
                <a:chOff x="0" y="0"/>
                <a:chExt cx="1295400" cy="1268333"/>
              </a:xfrm>
            </p:grpSpPr>
            <p:sp>
              <p:nvSpPr>
                <p:cNvPr id="980" name="矩形: 圆角 520"/>
                <p:cNvSpPr/>
                <p:nvPr/>
              </p:nvSpPr>
              <p:spPr>
                <a:xfrm>
                  <a:off x="0" y="0"/>
                  <a:ext cx="1295400" cy="1268334"/>
                </a:xfrm>
                <a:prstGeom prst="roundRect">
                  <a:avLst>
                    <a:gd name="adj" fmla="val 15444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12900" tIns="12900" rIns="12900" bIns="12900" numCol="1" anchor="ctr">
                  <a:noAutofit/>
                </a:bodyPr>
                <a:lstStyle/>
                <a:p>
                  <a:pPr algn="ctr" defTabSz="1299210">
                    <a:spcBef>
                      <a:spcPts val="2400"/>
                    </a:spcBef>
                    <a:defRPr sz="1500">
                      <a:solidFill>
                        <a:srgbClr val="FFFFFF"/>
                      </a:solidFill>
                    </a:defRPr>
                  </a:pPr>
                  <a:endParaRPr sz="915">
                    <a:solidFill>
                      <a:srgbClr val="1C359D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  <p:pic>
              <p:nvPicPr>
                <p:cNvPr id="981" name="图片 68" descr="图片 68"/>
                <p:cNvPicPr>
                  <a:picLocks noChangeAspect="1"/>
                </p:cNvPicPr>
                <p:nvPr/>
              </p:nvPicPr>
              <p:blipFill>
                <a:blip r:embed="rId4"/>
                <a:srcRect l="5686" t="29128" r="5687" b="29128"/>
                <a:stretch>
                  <a:fillRect/>
                </a:stretch>
              </p:blipFill>
              <p:spPr>
                <a:xfrm>
                  <a:off x="39670" y="392252"/>
                  <a:ext cx="1217586" cy="561670"/>
                </a:xfrm>
                <a:prstGeom prst="rect">
                  <a:avLst/>
                </a:pr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</p:grpSp>
          <p:sp>
            <p:nvSpPr>
              <p:cNvPr id="983" name="文本框 91"/>
              <p:cNvSpPr txBox="1"/>
              <p:nvPr/>
            </p:nvSpPr>
            <p:spPr>
              <a:xfrm>
                <a:off x="1289542" y="502438"/>
                <a:ext cx="3040379" cy="5549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12900" tIns="12900" rIns="12900" bIns="12900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800">
                    <a:solidFill>
                      <a:srgbClr val="1C359D"/>
                    </a:solidFill>
                    <a:latin typeface="微软雅黑" charset="0"/>
                    <a:ea typeface="微软雅黑" charset="0"/>
                  </a:rPr>
                  <a:t>百度百科</a:t>
                </a:r>
                <a:endParaRPr sz="2800">
                  <a:solidFill>
                    <a:srgbClr val="1C359D"/>
                  </a:solidFill>
                  <a:latin typeface="微软雅黑" charset="0"/>
                  <a:ea typeface="微软雅黑" charset="0"/>
                </a:endParaRPr>
              </a:p>
            </p:txBody>
          </p:sp>
        </p:grpSp>
        <p:grpSp>
          <p:nvGrpSpPr>
            <p:cNvPr id="989" name="成组"/>
            <p:cNvGrpSpPr/>
            <p:nvPr/>
          </p:nvGrpSpPr>
          <p:grpSpPr>
            <a:xfrm>
              <a:off x="16494301" y="3466"/>
              <a:ext cx="4354682" cy="1289852"/>
              <a:chOff x="0" y="0"/>
              <a:chExt cx="4354680" cy="1289851"/>
            </a:xfrm>
          </p:grpSpPr>
          <p:grpSp>
            <p:nvGrpSpPr>
              <p:cNvPr id="987" name="成组"/>
              <p:cNvGrpSpPr/>
              <p:nvPr/>
            </p:nvGrpSpPr>
            <p:grpSpPr>
              <a:xfrm>
                <a:off x="0" y="0"/>
                <a:ext cx="1289851" cy="1289851"/>
                <a:chOff x="0" y="0"/>
                <a:chExt cx="1289850" cy="1289850"/>
              </a:xfrm>
            </p:grpSpPr>
            <p:sp>
              <p:nvSpPr>
                <p:cNvPr id="985" name="圆角矩形"/>
                <p:cNvSpPr/>
                <p:nvPr/>
              </p:nvSpPr>
              <p:spPr>
                <a:xfrm>
                  <a:off x="0" y="0"/>
                  <a:ext cx="1289851" cy="128985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3200">
                    <a:solidFill>
                      <a:srgbClr val="1C359D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  <p:pic>
              <p:nvPicPr>
                <p:cNvPr id="986" name="图片 71" descr="图片 71"/>
                <p:cNvPicPr>
                  <a:picLocks noChangeAspect="1"/>
                </p:cNvPicPr>
                <p:nvPr/>
              </p:nvPicPr>
              <p:blipFill>
                <a:blip r:embed="rId5"/>
                <a:srcRect t="7153" b="7153"/>
                <a:stretch>
                  <a:fillRect/>
                </a:stretch>
              </p:blipFill>
              <p:spPr>
                <a:xfrm>
                  <a:off x="87799" y="155645"/>
                  <a:ext cx="1114250" cy="978560"/>
                </a:xfrm>
                <a:prstGeom prst="rect">
                  <a:avLst/>
                </a:pr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</p:grpSp>
          <p:sp>
            <p:nvSpPr>
              <p:cNvPr id="988" name="百度伐谋"/>
              <p:cNvSpPr txBox="1"/>
              <p:nvPr/>
            </p:nvSpPr>
            <p:spPr>
              <a:xfrm>
                <a:off x="1314301" y="513196"/>
                <a:ext cx="3040379" cy="5549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12900" tIns="12900" rIns="12900" bIns="12900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800">
                    <a:solidFill>
                      <a:srgbClr val="1C359D"/>
                    </a:solidFill>
                    <a:latin typeface="微软雅黑" charset="0"/>
                    <a:ea typeface="微软雅黑" charset="0"/>
                  </a:rPr>
                  <a:t>百度伐谋</a:t>
                </a:r>
                <a:endParaRPr sz="2800">
                  <a:solidFill>
                    <a:srgbClr val="1C359D"/>
                  </a:solidFill>
                  <a:latin typeface="微软雅黑" charset="0"/>
                  <a:ea typeface="微软雅黑" charset="0"/>
                </a:endParaRPr>
              </a:p>
            </p:txBody>
          </p:sp>
        </p:grpSp>
        <p:grpSp>
          <p:nvGrpSpPr>
            <p:cNvPr id="994" name="成组"/>
            <p:cNvGrpSpPr/>
            <p:nvPr/>
          </p:nvGrpSpPr>
          <p:grpSpPr>
            <a:xfrm>
              <a:off x="27498395" y="0"/>
              <a:ext cx="4354685" cy="1296784"/>
              <a:chOff x="0" y="0"/>
              <a:chExt cx="4354683" cy="1296783"/>
            </a:xfrm>
          </p:grpSpPr>
          <p:sp>
            <p:nvSpPr>
              <p:cNvPr id="990" name="百度贴吧"/>
              <p:cNvSpPr txBox="1"/>
              <p:nvPr/>
            </p:nvSpPr>
            <p:spPr>
              <a:xfrm>
                <a:off x="1314304" y="516661"/>
                <a:ext cx="3040379" cy="5549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12900" tIns="12900" rIns="12900" bIns="12900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800">
                    <a:solidFill>
                      <a:srgbClr val="1C359D"/>
                    </a:solidFill>
                    <a:latin typeface="微软雅黑" charset="0"/>
                    <a:ea typeface="微软雅黑" charset="0"/>
                  </a:rPr>
                  <a:t>百度贴吧</a:t>
                </a:r>
                <a:endParaRPr sz="2800">
                  <a:solidFill>
                    <a:srgbClr val="1C359D"/>
                  </a:solidFill>
                  <a:latin typeface="微软雅黑" charset="0"/>
                  <a:ea typeface="微软雅黑" charset="0"/>
                </a:endParaRPr>
              </a:p>
            </p:txBody>
          </p:sp>
          <p:grpSp>
            <p:nvGrpSpPr>
              <p:cNvPr id="993" name="成组"/>
              <p:cNvGrpSpPr/>
              <p:nvPr/>
            </p:nvGrpSpPr>
            <p:grpSpPr>
              <a:xfrm>
                <a:off x="0" y="0"/>
                <a:ext cx="1296783" cy="1296783"/>
                <a:chOff x="0" y="0"/>
                <a:chExt cx="1296782" cy="1296782"/>
              </a:xfrm>
            </p:grpSpPr>
            <p:sp>
              <p:nvSpPr>
                <p:cNvPr id="991" name="圆角矩形"/>
                <p:cNvSpPr/>
                <p:nvPr/>
              </p:nvSpPr>
              <p:spPr>
                <a:xfrm>
                  <a:off x="0" y="0"/>
                  <a:ext cx="1296783" cy="1296783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3200">
                    <a:solidFill>
                      <a:srgbClr val="1C359D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  <p:pic>
              <p:nvPicPr>
                <p:cNvPr id="992" name="图片 113" descr="图片 113"/>
                <p:cNvPicPr>
                  <a:picLocks noChangeAspect="1"/>
                </p:cNvPicPr>
                <p:nvPr/>
              </p:nvPicPr>
              <p:blipFill>
                <a:blip r:embed="rId6"/>
                <a:srcRect l="6969" t="7403" r="6969" b="7403"/>
                <a:stretch>
                  <a:fillRect/>
                </a:stretch>
              </p:blipFill>
              <p:spPr>
                <a:xfrm>
                  <a:off x="164041" y="154094"/>
                  <a:ext cx="968695" cy="988593"/>
                </a:xfrm>
                <a:prstGeom prst="rect">
                  <a:avLst/>
                </a:pr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</p:grpSp>
        </p:grpSp>
        <p:grpSp>
          <p:nvGrpSpPr>
            <p:cNvPr id="999" name="成组"/>
            <p:cNvGrpSpPr/>
            <p:nvPr/>
          </p:nvGrpSpPr>
          <p:grpSpPr>
            <a:xfrm>
              <a:off x="10992256" y="14374"/>
              <a:ext cx="4353601" cy="1268034"/>
              <a:chOff x="0" y="0"/>
              <a:chExt cx="4353600" cy="1268032"/>
            </a:xfrm>
          </p:grpSpPr>
          <p:grpSp>
            <p:nvGrpSpPr>
              <p:cNvPr id="997" name="组合 98"/>
              <p:cNvGrpSpPr/>
              <p:nvPr/>
            </p:nvGrpSpPr>
            <p:grpSpPr>
              <a:xfrm>
                <a:off x="0" y="0"/>
                <a:ext cx="1295400" cy="1268032"/>
                <a:chOff x="0" y="0"/>
                <a:chExt cx="1295400" cy="1268031"/>
              </a:xfrm>
            </p:grpSpPr>
            <p:sp>
              <p:nvSpPr>
                <p:cNvPr id="995" name="矩形: 圆角 527"/>
                <p:cNvSpPr/>
                <p:nvPr/>
              </p:nvSpPr>
              <p:spPr>
                <a:xfrm>
                  <a:off x="0" y="0"/>
                  <a:ext cx="1295400" cy="1268032"/>
                </a:xfrm>
                <a:prstGeom prst="roundRect">
                  <a:avLst>
                    <a:gd name="adj" fmla="val 15852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12900" tIns="12900" rIns="12900" bIns="12900" numCol="1" anchor="ctr">
                  <a:noAutofit/>
                </a:bodyPr>
                <a:lstStyle/>
                <a:p>
                  <a:pPr algn="ctr" defTabSz="1299210">
                    <a:spcBef>
                      <a:spcPts val="2400"/>
                    </a:spcBef>
                    <a:defRPr sz="1500">
                      <a:solidFill>
                        <a:srgbClr val="FFFFFF"/>
                      </a:solidFill>
                    </a:defRPr>
                  </a:pPr>
                  <a:endParaRPr sz="915">
                    <a:solidFill>
                      <a:srgbClr val="1C359D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  <p:pic>
              <p:nvPicPr>
                <p:cNvPr id="996" name="图片 850" descr="图片 850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0230" y="247197"/>
                  <a:ext cx="794940" cy="779741"/>
                </a:xfrm>
                <a:prstGeom prst="rect">
                  <a:avLst/>
                </a:pr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</p:grpSp>
          <p:sp>
            <p:nvSpPr>
              <p:cNvPr id="998" name="百度地图"/>
              <p:cNvSpPr txBox="1"/>
              <p:nvPr/>
            </p:nvSpPr>
            <p:spPr>
              <a:xfrm>
                <a:off x="1313221" y="502287"/>
                <a:ext cx="3040379" cy="5549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12900" tIns="12900" rIns="12900" bIns="12900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800">
                    <a:solidFill>
                      <a:srgbClr val="1C359D"/>
                    </a:solidFill>
                    <a:latin typeface="微软雅黑" charset="0"/>
                    <a:ea typeface="微软雅黑" charset="0"/>
                  </a:rPr>
                  <a:t>百度地图</a:t>
                </a:r>
                <a:endParaRPr sz="2800">
                  <a:solidFill>
                    <a:srgbClr val="1C359D"/>
                  </a:solidFill>
                  <a:latin typeface="微软雅黑" charset="0"/>
                  <a:ea typeface="微软雅黑" charset="0"/>
                </a:endParaRPr>
              </a:p>
            </p:txBody>
          </p:sp>
        </p:grpSp>
        <p:grpSp>
          <p:nvGrpSpPr>
            <p:cNvPr id="1004" name="成组"/>
            <p:cNvGrpSpPr/>
            <p:nvPr/>
          </p:nvGrpSpPr>
          <p:grpSpPr>
            <a:xfrm>
              <a:off x="21996350" y="0"/>
              <a:ext cx="4354684" cy="1296784"/>
              <a:chOff x="0" y="0"/>
              <a:chExt cx="4354683" cy="1296783"/>
            </a:xfrm>
          </p:grpSpPr>
          <p:grpSp>
            <p:nvGrpSpPr>
              <p:cNvPr id="1002" name="成组"/>
              <p:cNvGrpSpPr/>
              <p:nvPr/>
            </p:nvGrpSpPr>
            <p:grpSpPr>
              <a:xfrm>
                <a:off x="0" y="0"/>
                <a:ext cx="1296783" cy="1296783"/>
                <a:chOff x="0" y="0"/>
                <a:chExt cx="1296782" cy="1296782"/>
              </a:xfrm>
            </p:grpSpPr>
            <p:sp>
              <p:nvSpPr>
                <p:cNvPr id="1000" name="圆角矩形"/>
                <p:cNvSpPr/>
                <p:nvPr/>
              </p:nvSpPr>
              <p:spPr>
                <a:xfrm>
                  <a:off x="0" y="0"/>
                  <a:ext cx="1296783" cy="1296783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3200">
                    <a:solidFill>
                      <a:srgbClr val="1C359D"/>
                    </a:solidFill>
                    <a:latin typeface="微软雅黑" charset="0"/>
                    <a:ea typeface="微软雅黑" charset="0"/>
                  </a:endParaRPr>
                </a:p>
              </p:txBody>
            </p:sp>
            <p:pic>
              <p:nvPicPr>
                <p:cNvPr id="1001" name="图片 110" descr="图片 110"/>
                <p:cNvPicPr>
                  <a:picLocks noChangeAspect="1"/>
                </p:cNvPicPr>
                <p:nvPr/>
              </p:nvPicPr>
              <p:blipFill>
                <a:blip r:embed="rId8"/>
                <a:srcRect l="10563" t="8491" r="10563" b="8491"/>
                <a:stretch>
                  <a:fillRect/>
                </a:stretch>
              </p:blipFill>
              <p:spPr>
                <a:xfrm>
                  <a:off x="132517" y="157119"/>
                  <a:ext cx="1031749" cy="982543"/>
                </a:xfrm>
                <a:prstGeom prst="rect">
                  <a:avLst/>
                </a:prstGeom>
                <a:ln w="12700" cap="flat">
                  <a:noFill/>
                  <a:miter lim="400000"/>
                  <a:headEnd/>
                  <a:tailEnd/>
                </a:ln>
                <a:effectLst/>
              </p:spPr>
            </p:pic>
          </p:grpSp>
          <p:sp>
            <p:nvSpPr>
              <p:cNvPr id="1003" name="百度秒哒"/>
              <p:cNvSpPr txBox="1"/>
              <p:nvPr/>
            </p:nvSpPr>
            <p:spPr>
              <a:xfrm>
                <a:off x="1314304" y="516661"/>
                <a:ext cx="3040379" cy="5549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12900" tIns="12900" rIns="12900" bIns="12900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800">
                    <a:solidFill>
                      <a:srgbClr val="1C359D"/>
                    </a:solidFill>
                    <a:latin typeface="微软雅黑" charset="0"/>
                    <a:ea typeface="微软雅黑" charset="0"/>
                  </a:rPr>
                  <a:t>百度秒哒</a:t>
                </a:r>
                <a:endParaRPr sz="2800">
                  <a:solidFill>
                    <a:srgbClr val="1C359D"/>
                  </a:solidFill>
                  <a:latin typeface="微软雅黑" charset="0"/>
                  <a:ea typeface="微软雅黑" charset="0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6063615" y="9617075"/>
            <a:ext cx="12256770" cy="3064510"/>
            <a:chOff x="9585" y="13651"/>
            <a:chExt cx="13791" cy="3448"/>
          </a:xfrm>
        </p:grpSpPr>
        <p:grpSp>
          <p:nvGrpSpPr>
            <p:cNvPr id="919" name="成组"/>
            <p:cNvGrpSpPr/>
            <p:nvPr/>
          </p:nvGrpSpPr>
          <p:grpSpPr>
            <a:xfrm>
              <a:off x="9585" y="13651"/>
              <a:ext cx="4448" cy="3450"/>
              <a:chOff x="0" y="0"/>
              <a:chExt cx="5930900" cy="4600375"/>
            </a:xfrm>
          </p:grpSpPr>
          <p:sp>
            <p:nvSpPr>
              <p:cNvPr id="905" name="圆角矩形"/>
              <p:cNvSpPr/>
              <p:nvPr/>
            </p:nvSpPr>
            <p:spPr>
              <a:xfrm>
                <a:off x="0" y="0"/>
                <a:ext cx="5930900" cy="1202433"/>
              </a:xfrm>
              <a:prstGeom prst="roundRect">
                <a:avLst>
                  <a:gd name="adj" fmla="val 10673"/>
                </a:avLst>
              </a:prstGeom>
              <a:solidFill>
                <a:srgbClr val="6B7CE6"/>
              </a:solidFill>
              <a:ln w="12700" cap="flat">
                <a:noFill/>
                <a:miter lim="400000"/>
              </a:ln>
              <a:effectLst>
                <a:outerShdw blurRad="381000" dist="196698" dir="5400000" rotWithShape="0">
                  <a:srgbClr val="FFFFFF">
                    <a:alpha val="64404"/>
                  </a:srgbClr>
                </a:outerShdw>
              </a:effectLst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06" name="应用开发"/>
              <p:cNvSpPr/>
              <p:nvPr/>
            </p:nvSpPr>
            <p:spPr>
              <a:xfrm>
                <a:off x="1493074" y="194748"/>
                <a:ext cx="3152393" cy="810779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defRPr sz="6000">
                    <a:solidFill>
                      <a:srgbClr val="FFFFFF"/>
                    </a:solidFill>
                    <a:latin typeface="Source Han Sans CN Medium" panose="020B0300000000000000" charset="-122"/>
                    <a:ea typeface="Source Han Sans CN Medium" panose="020B0300000000000000" charset="-122"/>
                    <a:cs typeface="Source Han Sans CN Medium" panose="020B0300000000000000" charset="-122"/>
                    <a:sym typeface="Source Han Sans CN Medium" panose="020B0300000000000000" charset="-122"/>
                  </a:defRPr>
                </a:lvl1pPr>
              </a:lstStyle>
              <a:p>
                <a:r>
                  <a:rPr sz="3200"/>
                  <a:t>应用开发</a:t>
                </a:r>
                <a:endParaRPr sz="3200"/>
              </a:p>
            </p:txBody>
          </p:sp>
          <p:grpSp>
            <p:nvGrpSpPr>
              <p:cNvPr id="918" name="成组"/>
              <p:cNvGrpSpPr/>
              <p:nvPr/>
            </p:nvGrpSpPr>
            <p:grpSpPr>
              <a:xfrm>
                <a:off x="0" y="1478369"/>
                <a:ext cx="5930008" cy="3122006"/>
                <a:chOff x="0" y="0"/>
                <a:chExt cx="5930007" cy="3122005"/>
              </a:xfrm>
            </p:grpSpPr>
            <p:sp>
              <p:nvSpPr>
                <p:cNvPr id="907" name="圆角矩形"/>
                <p:cNvSpPr/>
                <p:nvPr/>
              </p:nvSpPr>
              <p:spPr>
                <a:xfrm>
                  <a:off x="0" y="0"/>
                  <a:ext cx="5924673" cy="1498600"/>
                </a:xfrm>
                <a:prstGeom prst="roundRect">
                  <a:avLst>
                    <a:gd name="adj" fmla="val 8898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08" name="圆角矩形"/>
                <p:cNvSpPr/>
                <p:nvPr/>
              </p:nvSpPr>
              <p:spPr>
                <a:xfrm>
                  <a:off x="5334" y="1625494"/>
                  <a:ext cx="5924673" cy="1496511"/>
                </a:xfrm>
                <a:prstGeom prst="roundRect">
                  <a:avLst>
                    <a:gd name="adj" fmla="val 8592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09" name="形状"/>
                <p:cNvSpPr/>
                <p:nvPr/>
              </p:nvSpPr>
              <p:spPr>
                <a:xfrm>
                  <a:off x="1447636" y="2156275"/>
                  <a:ext cx="458839" cy="4349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876" extrusionOk="0">
                      <a:moveTo>
                        <a:pt x="0" y="17489"/>
                      </a:moveTo>
                      <a:cubicBezTo>
                        <a:pt x="152" y="17117"/>
                        <a:pt x="272" y="16722"/>
                        <a:pt x="473" y="16379"/>
                      </a:cubicBezTo>
                      <a:cubicBezTo>
                        <a:pt x="802" y="15818"/>
                        <a:pt x="1310" y="15457"/>
                        <a:pt x="1909" y="15216"/>
                      </a:cubicBezTo>
                      <a:cubicBezTo>
                        <a:pt x="2101" y="15137"/>
                        <a:pt x="2257" y="14989"/>
                        <a:pt x="2348" y="14800"/>
                      </a:cubicBezTo>
                      <a:cubicBezTo>
                        <a:pt x="3641" y="11395"/>
                        <a:pt x="6151" y="9604"/>
                        <a:pt x="9620" y="9106"/>
                      </a:cubicBezTo>
                      <a:cubicBezTo>
                        <a:pt x="10039" y="9046"/>
                        <a:pt x="10120" y="8915"/>
                        <a:pt x="10126" y="8513"/>
                      </a:cubicBezTo>
                      <a:cubicBezTo>
                        <a:pt x="10134" y="8039"/>
                        <a:pt x="10028" y="7815"/>
                        <a:pt x="9537" y="7667"/>
                      </a:cubicBezTo>
                      <a:cubicBezTo>
                        <a:pt x="7976" y="7193"/>
                        <a:pt x="6875" y="5543"/>
                        <a:pt x="6936" y="3882"/>
                      </a:cubicBezTo>
                      <a:cubicBezTo>
                        <a:pt x="6997" y="2087"/>
                        <a:pt x="8144" y="578"/>
                        <a:pt x="9782" y="135"/>
                      </a:cubicBezTo>
                      <a:cubicBezTo>
                        <a:pt x="11456" y="-317"/>
                        <a:pt x="13222" y="395"/>
                        <a:pt x="14104" y="1877"/>
                      </a:cubicBezTo>
                      <a:cubicBezTo>
                        <a:pt x="15432" y="4109"/>
                        <a:pt x="14370" y="6989"/>
                        <a:pt x="11925" y="7728"/>
                      </a:cubicBezTo>
                      <a:cubicBezTo>
                        <a:pt x="11564" y="7837"/>
                        <a:pt x="11414" y="7973"/>
                        <a:pt x="11469" y="8353"/>
                      </a:cubicBezTo>
                      <a:cubicBezTo>
                        <a:pt x="11498" y="8560"/>
                        <a:pt x="11474" y="8773"/>
                        <a:pt x="11474" y="9013"/>
                      </a:cubicBezTo>
                      <a:cubicBezTo>
                        <a:pt x="11800" y="9067"/>
                        <a:pt x="12098" y="9109"/>
                        <a:pt x="12393" y="9168"/>
                      </a:cubicBezTo>
                      <a:cubicBezTo>
                        <a:pt x="15676" y="9794"/>
                        <a:pt x="18035" y="11577"/>
                        <a:pt x="19228" y="14829"/>
                      </a:cubicBezTo>
                      <a:cubicBezTo>
                        <a:pt x="19286" y="14979"/>
                        <a:pt x="19399" y="15099"/>
                        <a:pt x="19543" y="15166"/>
                      </a:cubicBezTo>
                      <a:cubicBezTo>
                        <a:pt x="20582" y="15524"/>
                        <a:pt x="21257" y="16217"/>
                        <a:pt x="21530" y="17307"/>
                      </a:cubicBezTo>
                      <a:cubicBezTo>
                        <a:pt x="21539" y="17345"/>
                        <a:pt x="21576" y="17374"/>
                        <a:pt x="21600" y="17407"/>
                      </a:cubicBezTo>
                      <a:lnTo>
                        <a:pt x="21600" y="18508"/>
                      </a:lnTo>
                      <a:cubicBezTo>
                        <a:pt x="21561" y="18593"/>
                        <a:pt x="21526" y="18681"/>
                        <a:pt x="21495" y="18770"/>
                      </a:cubicBezTo>
                      <a:cubicBezTo>
                        <a:pt x="21158" y="19926"/>
                        <a:pt x="20163" y="20754"/>
                        <a:pt x="18985" y="20860"/>
                      </a:cubicBezTo>
                      <a:cubicBezTo>
                        <a:pt x="17800" y="20950"/>
                        <a:pt x="16651" y="20232"/>
                        <a:pt x="16160" y="19095"/>
                      </a:cubicBezTo>
                      <a:cubicBezTo>
                        <a:pt x="15690" y="17984"/>
                        <a:pt x="15959" y="16691"/>
                        <a:pt x="16832" y="15871"/>
                      </a:cubicBezTo>
                      <a:cubicBezTo>
                        <a:pt x="17136" y="15592"/>
                        <a:pt x="17502" y="15388"/>
                        <a:pt x="17845" y="15146"/>
                      </a:cubicBezTo>
                      <a:cubicBezTo>
                        <a:pt x="17008" y="12459"/>
                        <a:pt x="14276" y="10638"/>
                        <a:pt x="11482" y="10485"/>
                      </a:cubicBezTo>
                      <a:lnTo>
                        <a:pt x="11482" y="10943"/>
                      </a:lnTo>
                      <a:cubicBezTo>
                        <a:pt x="11482" y="12199"/>
                        <a:pt x="11493" y="13455"/>
                        <a:pt x="11474" y="14710"/>
                      </a:cubicBezTo>
                      <a:cubicBezTo>
                        <a:pt x="11469" y="15021"/>
                        <a:pt x="11545" y="15168"/>
                        <a:pt x="11850" y="15286"/>
                      </a:cubicBezTo>
                      <a:cubicBezTo>
                        <a:pt x="13167" y="15797"/>
                        <a:pt x="13859" y="17180"/>
                        <a:pt x="13556" y="18620"/>
                      </a:cubicBezTo>
                      <a:cubicBezTo>
                        <a:pt x="13273" y="19953"/>
                        <a:pt x="12015" y="20930"/>
                        <a:pt x="10665" y="20869"/>
                      </a:cubicBezTo>
                      <a:cubicBezTo>
                        <a:pt x="9366" y="20808"/>
                        <a:pt x="8248" y="19800"/>
                        <a:pt x="8008" y="18477"/>
                      </a:cubicBezTo>
                      <a:cubicBezTo>
                        <a:pt x="7766" y="17149"/>
                        <a:pt x="8469" y="15829"/>
                        <a:pt x="9693" y="15311"/>
                      </a:cubicBezTo>
                      <a:cubicBezTo>
                        <a:pt x="10040" y="15168"/>
                        <a:pt x="10130" y="14994"/>
                        <a:pt x="10123" y="14634"/>
                      </a:cubicBezTo>
                      <a:cubicBezTo>
                        <a:pt x="10100" y="13393"/>
                        <a:pt x="10115" y="12152"/>
                        <a:pt x="10115" y="10912"/>
                      </a:cubicBezTo>
                      <a:lnTo>
                        <a:pt x="10115" y="10501"/>
                      </a:lnTo>
                      <a:cubicBezTo>
                        <a:pt x="7606" y="10345"/>
                        <a:pt x="4198" y="12870"/>
                        <a:pt x="3737" y="15203"/>
                      </a:cubicBezTo>
                      <a:cubicBezTo>
                        <a:pt x="3859" y="15260"/>
                        <a:pt x="3985" y="15315"/>
                        <a:pt x="4108" y="15378"/>
                      </a:cubicBezTo>
                      <a:cubicBezTo>
                        <a:pt x="5519" y="16074"/>
                        <a:pt x="6109" y="17804"/>
                        <a:pt x="5427" y="19242"/>
                      </a:cubicBezTo>
                      <a:cubicBezTo>
                        <a:pt x="4744" y="20681"/>
                        <a:pt x="3047" y="21283"/>
                        <a:pt x="1637" y="20587"/>
                      </a:cubicBezTo>
                      <a:cubicBezTo>
                        <a:pt x="1500" y="20520"/>
                        <a:pt x="1368" y="20441"/>
                        <a:pt x="1244" y="20352"/>
                      </a:cubicBezTo>
                      <a:cubicBezTo>
                        <a:pt x="559" y="19887"/>
                        <a:pt x="229" y="19189"/>
                        <a:pt x="0" y="18422"/>
                      </a:cubicBezTo>
                      <a:close/>
                      <a:moveTo>
                        <a:pt x="10808" y="6497"/>
                      </a:moveTo>
                      <a:cubicBezTo>
                        <a:pt x="12158" y="6503"/>
                        <a:pt x="13292" y="5380"/>
                        <a:pt x="13302" y="4027"/>
                      </a:cubicBezTo>
                      <a:cubicBezTo>
                        <a:pt x="13314" y="2544"/>
                        <a:pt x="12232" y="1415"/>
                        <a:pt x="10792" y="1402"/>
                      </a:cubicBezTo>
                      <a:cubicBezTo>
                        <a:pt x="9478" y="1391"/>
                        <a:pt x="8324" y="2554"/>
                        <a:pt x="8311" y="3900"/>
                      </a:cubicBezTo>
                      <a:cubicBezTo>
                        <a:pt x="8282" y="5304"/>
                        <a:pt x="9376" y="6467"/>
                        <a:pt x="10753" y="6496"/>
                      </a:cubicBezTo>
                      <a:cubicBezTo>
                        <a:pt x="10771" y="6497"/>
                        <a:pt x="10790" y="6497"/>
                        <a:pt x="10808" y="6497"/>
                      </a:cubicBezTo>
                      <a:close/>
                      <a:moveTo>
                        <a:pt x="18749" y="19447"/>
                      </a:moveTo>
                      <a:cubicBezTo>
                        <a:pt x="19556" y="19456"/>
                        <a:pt x="20218" y="18796"/>
                        <a:pt x="20226" y="17974"/>
                      </a:cubicBezTo>
                      <a:cubicBezTo>
                        <a:pt x="20235" y="17151"/>
                        <a:pt x="19588" y="16477"/>
                        <a:pt x="18781" y="16468"/>
                      </a:cubicBezTo>
                      <a:cubicBezTo>
                        <a:pt x="17974" y="16459"/>
                        <a:pt x="17313" y="17118"/>
                        <a:pt x="17304" y="17941"/>
                      </a:cubicBezTo>
                      <a:cubicBezTo>
                        <a:pt x="17304" y="17947"/>
                        <a:pt x="17304" y="17952"/>
                        <a:pt x="17304" y="17957"/>
                      </a:cubicBezTo>
                      <a:cubicBezTo>
                        <a:pt x="17296" y="18751"/>
                        <a:pt x="17974" y="19449"/>
                        <a:pt x="18749" y="19449"/>
                      </a:cubicBezTo>
                      <a:close/>
                      <a:moveTo>
                        <a:pt x="10772" y="19443"/>
                      </a:moveTo>
                      <a:cubicBezTo>
                        <a:pt x="11578" y="19451"/>
                        <a:pt x="12239" y="18791"/>
                        <a:pt x="12247" y="17969"/>
                      </a:cubicBezTo>
                      <a:cubicBezTo>
                        <a:pt x="12255" y="17147"/>
                        <a:pt x="11607" y="16474"/>
                        <a:pt x="10801" y="16465"/>
                      </a:cubicBezTo>
                      <a:cubicBezTo>
                        <a:pt x="10006" y="16457"/>
                        <a:pt x="9350" y="17100"/>
                        <a:pt x="9327" y="17910"/>
                      </a:cubicBezTo>
                      <a:cubicBezTo>
                        <a:pt x="9307" y="18737"/>
                        <a:pt x="9948" y="19424"/>
                        <a:pt x="10759" y="19445"/>
                      </a:cubicBezTo>
                      <a:cubicBezTo>
                        <a:pt x="10763" y="19445"/>
                        <a:pt x="10768" y="19445"/>
                        <a:pt x="10772" y="19445"/>
                      </a:cubicBezTo>
                      <a:close/>
                      <a:moveTo>
                        <a:pt x="2847" y="16463"/>
                      </a:moveTo>
                      <a:cubicBezTo>
                        <a:pt x="2032" y="16468"/>
                        <a:pt x="1375" y="17145"/>
                        <a:pt x="1380" y="17975"/>
                      </a:cubicBezTo>
                      <a:cubicBezTo>
                        <a:pt x="1405" y="18798"/>
                        <a:pt x="2080" y="19445"/>
                        <a:pt x="2888" y="19419"/>
                      </a:cubicBezTo>
                      <a:cubicBezTo>
                        <a:pt x="3673" y="19393"/>
                        <a:pt x="4299" y="18739"/>
                        <a:pt x="4304" y="17938"/>
                      </a:cubicBezTo>
                      <a:cubicBezTo>
                        <a:pt x="4291" y="17125"/>
                        <a:pt x="3644" y="16471"/>
                        <a:pt x="2847" y="16465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  <p:sp>
              <p:nvSpPr>
                <p:cNvPr id="910" name="Python编码规范"/>
                <p:cNvSpPr/>
                <p:nvPr/>
              </p:nvSpPr>
              <p:spPr>
                <a:xfrm>
                  <a:off x="1370472" y="618690"/>
                  <a:ext cx="3845813" cy="395385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>
                  <a:lvl1pPr defTabSz="736600">
                    <a:lnSpc>
                      <a:spcPct val="7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lvl1pPr>
                </a:lstStyle>
                <a:p>
                  <a:r>
                    <a:rPr sz="2000"/>
                    <a:t>Python编码规范</a:t>
                  </a:r>
                  <a:endParaRPr sz="2000"/>
                </a:p>
              </p:txBody>
            </p:sp>
            <p:sp>
              <p:nvSpPr>
                <p:cNvPr id="911" name="代码评审"/>
                <p:cNvSpPr/>
                <p:nvPr/>
              </p:nvSpPr>
              <p:spPr>
                <a:xfrm>
                  <a:off x="1299653" y="2239561"/>
                  <a:ext cx="2138933" cy="395385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>
                  <a:lvl1pPr defTabSz="736600">
                    <a:lnSpc>
                      <a:spcPct val="7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lvl1pPr>
                </a:lstStyle>
                <a:p>
                  <a:r>
                    <a:rPr sz="2000"/>
                    <a:t>代码评审</a:t>
                  </a:r>
                  <a:endParaRPr sz="2000"/>
                </a:p>
              </p:txBody>
            </p:sp>
            <p:grpSp>
              <p:nvGrpSpPr>
                <p:cNvPr id="914" name="成组"/>
                <p:cNvGrpSpPr/>
                <p:nvPr/>
              </p:nvGrpSpPr>
              <p:grpSpPr>
                <a:xfrm>
                  <a:off x="337604" y="403629"/>
                  <a:ext cx="698501" cy="698501"/>
                  <a:chOff x="0" y="0"/>
                  <a:chExt cx="698500" cy="698500"/>
                </a:xfrm>
              </p:grpSpPr>
              <p:sp>
                <p:nvSpPr>
                  <p:cNvPr id="912" name="圆角矩形"/>
                  <p:cNvSpPr/>
                  <p:nvPr/>
                </p:nvSpPr>
                <p:spPr>
                  <a:xfrm>
                    <a:off x="0" y="0"/>
                    <a:ext cx="698501" cy="698501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pPr>
                      <a:defRPr sz="5500"/>
                    </a:pPr>
                    <a:endParaRPr sz="2800"/>
                  </a:p>
                </p:txBody>
              </p:sp>
              <p:sp>
                <p:nvSpPr>
                  <p:cNvPr id="913" name="形状"/>
                  <p:cNvSpPr/>
                  <p:nvPr/>
                </p:nvSpPr>
                <p:spPr>
                  <a:xfrm>
                    <a:off x="148949" y="222178"/>
                    <a:ext cx="400600" cy="25414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14" h="21406" extrusionOk="0">
                        <a:moveTo>
                          <a:pt x="12818" y="63"/>
                        </a:moveTo>
                        <a:cubicBezTo>
                          <a:pt x="12456" y="-110"/>
                          <a:pt x="11990" y="48"/>
                          <a:pt x="11829" y="892"/>
                        </a:cubicBezTo>
                        <a:cubicBezTo>
                          <a:pt x="10634" y="7170"/>
                          <a:pt x="9415" y="13440"/>
                          <a:pt x="8206" y="19710"/>
                        </a:cubicBezTo>
                        <a:cubicBezTo>
                          <a:pt x="8175" y="19870"/>
                          <a:pt x="8154" y="20037"/>
                          <a:pt x="8140" y="20135"/>
                        </a:cubicBezTo>
                        <a:cubicBezTo>
                          <a:pt x="8137" y="20757"/>
                          <a:pt x="8421" y="21292"/>
                          <a:pt x="8808" y="21389"/>
                        </a:cubicBezTo>
                        <a:cubicBezTo>
                          <a:pt x="9210" y="21490"/>
                          <a:pt x="9548" y="21143"/>
                          <a:pt x="9677" y="20475"/>
                        </a:cubicBezTo>
                        <a:cubicBezTo>
                          <a:pt x="10898" y="14182"/>
                          <a:pt x="12109" y="7889"/>
                          <a:pt x="13326" y="1594"/>
                        </a:cubicBezTo>
                        <a:cubicBezTo>
                          <a:pt x="13469" y="863"/>
                          <a:pt x="13268" y="276"/>
                          <a:pt x="12818" y="63"/>
                        </a:cubicBezTo>
                        <a:close/>
                        <a:moveTo>
                          <a:pt x="6027" y="3784"/>
                        </a:moveTo>
                        <a:cubicBezTo>
                          <a:pt x="5880" y="3793"/>
                          <a:pt x="5736" y="3867"/>
                          <a:pt x="5600" y="4018"/>
                        </a:cubicBezTo>
                        <a:cubicBezTo>
                          <a:pt x="3959" y="5826"/>
                          <a:pt x="2257" y="7508"/>
                          <a:pt x="586" y="9248"/>
                        </a:cubicBezTo>
                        <a:cubicBezTo>
                          <a:pt x="-190" y="10065"/>
                          <a:pt x="-197" y="11317"/>
                          <a:pt x="573" y="12119"/>
                        </a:cubicBezTo>
                        <a:cubicBezTo>
                          <a:pt x="2274" y="13889"/>
                          <a:pt x="3977" y="15645"/>
                          <a:pt x="5680" y="17413"/>
                        </a:cubicBezTo>
                        <a:cubicBezTo>
                          <a:pt x="5757" y="17503"/>
                          <a:pt x="5841" y="17585"/>
                          <a:pt x="5934" y="17626"/>
                        </a:cubicBezTo>
                        <a:cubicBezTo>
                          <a:pt x="6326" y="17755"/>
                          <a:pt x="6805" y="17292"/>
                          <a:pt x="6976" y="16626"/>
                        </a:cubicBezTo>
                        <a:cubicBezTo>
                          <a:pt x="7148" y="15972"/>
                          <a:pt x="7034" y="15431"/>
                          <a:pt x="6629" y="15011"/>
                        </a:cubicBezTo>
                        <a:lnTo>
                          <a:pt x="2498" y="10715"/>
                        </a:lnTo>
                        <a:cubicBezTo>
                          <a:pt x="2579" y="10624"/>
                          <a:pt x="2624" y="10568"/>
                          <a:pt x="2685" y="10503"/>
                        </a:cubicBezTo>
                        <a:cubicBezTo>
                          <a:pt x="4002" y="9134"/>
                          <a:pt x="5326" y="7750"/>
                          <a:pt x="6642" y="6378"/>
                        </a:cubicBezTo>
                        <a:cubicBezTo>
                          <a:pt x="7009" y="5995"/>
                          <a:pt x="7120" y="5585"/>
                          <a:pt x="7017" y="4953"/>
                        </a:cubicBezTo>
                        <a:cubicBezTo>
                          <a:pt x="6907" y="4292"/>
                          <a:pt x="6469" y="3755"/>
                          <a:pt x="6027" y="3784"/>
                        </a:cubicBezTo>
                        <a:close/>
                        <a:moveTo>
                          <a:pt x="15318" y="3784"/>
                        </a:moveTo>
                        <a:cubicBezTo>
                          <a:pt x="14944" y="3655"/>
                          <a:pt x="14460" y="4138"/>
                          <a:pt x="14289" y="4804"/>
                        </a:cubicBezTo>
                        <a:cubicBezTo>
                          <a:pt x="14124" y="5447"/>
                          <a:pt x="14242" y="6002"/>
                          <a:pt x="14623" y="6399"/>
                        </a:cubicBezTo>
                        <a:cubicBezTo>
                          <a:pt x="15430" y="7236"/>
                          <a:pt x="16236" y="8089"/>
                          <a:pt x="17043" y="8929"/>
                        </a:cubicBezTo>
                        <a:lnTo>
                          <a:pt x="18754" y="10715"/>
                        </a:lnTo>
                        <a:cubicBezTo>
                          <a:pt x="18665" y="10812"/>
                          <a:pt x="18606" y="10879"/>
                          <a:pt x="18540" y="10949"/>
                        </a:cubicBezTo>
                        <a:cubicBezTo>
                          <a:pt x="17222" y="12319"/>
                          <a:pt x="15900" y="13681"/>
                          <a:pt x="14583" y="15053"/>
                        </a:cubicBezTo>
                        <a:cubicBezTo>
                          <a:pt x="14566" y="15069"/>
                          <a:pt x="14559" y="15099"/>
                          <a:pt x="14543" y="15117"/>
                        </a:cubicBezTo>
                        <a:cubicBezTo>
                          <a:pt x="14192" y="15525"/>
                          <a:pt x="14113" y="16302"/>
                          <a:pt x="14369" y="16860"/>
                        </a:cubicBezTo>
                        <a:cubicBezTo>
                          <a:pt x="14678" y="17592"/>
                          <a:pt x="15205" y="17822"/>
                          <a:pt x="15572" y="17434"/>
                        </a:cubicBezTo>
                        <a:cubicBezTo>
                          <a:pt x="17265" y="15640"/>
                          <a:pt x="18958" y="13863"/>
                          <a:pt x="20679" y="12140"/>
                        </a:cubicBezTo>
                        <a:cubicBezTo>
                          <a:pt x="21403" y="11416"/>
                          <a:pt x="21377" y="9962"/>
                          <a:pt x="20692" y="9270"/>
                        </a:cubicBezTo>
                        <a:cubicBezTo>
                          <a:pt x="18970" y="7528"/>
                          <a:pt x="17270" y="5723"/>
                          <a:pt x="15559" y="3954"/>
                        </a:cubicBezTo>
                        <a:cubicBezTo>
                          <a:pt x="15488" y="3872"/>
                          <a:pt x="15403" y="3821"/>
                          <a:pt x="15318" y="3784"/>
                        </a:cubicBezTo>
                        <a:close/>
                      </a:path>
                    </a:pathLst>
                  </a:custGeom>
                  <a:solidFill>
                    <a:srgbClr val="9CA9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endParaRPr sz="1800"/>
                  </a:p>
                </p:txBody>
              </p:sp>
            </p:grpSp>
            <p:grpSp>
              <p:nvGrpSpPr>
                <p:cNvPr id="917" name="成组"/>
                <p:cNvGrpSpPr/>
                <p:nvPr/>
              </p:nvGrpSpPr>
              <p:grpSpPr>
                <a:xfrm>
                  <a:off x="337604" y="2024499"/>
                  <a:ext cx="698501" cy="698501"/>
                  <a:chOff x="0" y="0"/>
                  <a:chExt cx="698500" cy="698500"/>
                </a:xfrm>
              </p:grpSpPr>
              <p:sp>
                <p:nvSpPr>
                  <p:cNvPr id="915" name="圆角矩形"/>
                  <p:cNvSpPr/>
                  <p:nvPr/>
                </p:nvSpPr>
                <p:spPr>
                  <a:xfrm>
                    <a:off x="0" y="0"/>
                    <a:ext cx="698501" cy="698501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pPr>
                      <a:defRPr sz="5500"/>
                    </a:pPr>
                    <a:endParaRPr sz="2800"/>
                  </a:p>
                </p:txBody>
              </p:sp>
              <p:sp>
                <p:nvSpPr>
                  <p:cNvPr id="916" name="形状"/>
                  <p:cNvSpPr/>
                  <p:nvPr/>
                </p:nvSpPr>
                <p:spPr>
                  <a:xfrm>
                    <a:off x="139930" y="137266"/>
                    <a:ext cx="418639" cy="42396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474" h="21596" extrusionOk="0">
                        <a:moveTo>
                          <a:pt x="14736" y="0"/>
                        </a:moveTo>
                        <a:cubicBezTo>
                          <a:pt x="10747" y="-3"/>
                          <a:pt x="6761" y="6"/>
                          <a:pt x="2771" y="13"/>
                        </a:cubicBezTo>
                        <a:cubicBezTo>
                          <a:pt x="1629" y="15"/>
                          <a:pt x="807" y="556"/>
                          <a:pt x="285" y="1543"/>
                        </a:cubicBezTo>
                        <a:cubicBezTo>
                          <a:pt x="160" y="1781"/>
                          <a:pt x="90" y="2059"/>
                          <a:pt x="0" y="2315"/>
                        </a:cubicBezTo>
                        <a:lnTo>
                          <a:pt x="0" y="19275"/>
                        </a:lnTo>
                        <a:cubicBezTo>
                          <a:pt x="49" y="19430"/>
                          <a:pt x="105" y="19584"/>
                          <a:pt x="155" y="19738"/>
                        </a:cubicBezTo>
                        <a:cubicBezTo>
                          <a:pt x="491" y="20769"/>
                          <a:pt x="1495" y="21590"/>
                          <a:pt x="2538" y="21590"/>
                        </a:cubicBezTo>
                        <a:cubicBezTo>
                          <a:pt x="6676" y="21597"/>
                          <a:pt x="10825" y="21597"/>
                          <a:pt x="14969" y="21590"/>
                        </a:cubicBezTo>
                        <a:cubicBezTo>
                          <a:pt x="15611" y="21589"/>
                          <a:pt x="16168" y="21329"/>
                          <a:pt x="16653" y="20908"/>
                        </a:cubicBezTo>
                        <a:cubicBezTo>
                          <a:pt x="17674" y="20023"/>
                          <a:pt x="17632" y="18861"/>
                          <a:pt x="17559" y="17655"/>
                        </a:cubicBezTo>
                        <a:cubicBezTo>
                          <a:pt x="17123" y="17927"/>
                          <a:pt x="16694" y="18178"/>
                          <a:pt x="16290" y="18452"/>
                        </a:cubicBezTo>
                        <a:cubicBezTo>
                          <a:pt x="16213" y="18504"/>
                          <a:pt x="16181" y="18652"/>
                          <a:pt x="16173" y="18761"/>
                        </a:cubicBezTo>
                        <a:cubicBezTo>
                          <a:pt x="16112" y="19715"/>
                          <a:pt x="15631" y="20188"/>
                          <a:pt x="14684" y="20188"/>
                        </a:cubicBezTo>
                        <a:cubicBezTo>
                          <a:pt x="10765" y="20188"/>
                          <a:pt x="6836" y="20188"/>
                          <a:pt x="2914" y="20188"/>
                        </a:cubicBezTo>
                        <a:cubicBezTo>
                          <a:pt x="1929" y="20187"/>
                          <a:pt x="1424" y="19671"/>
                          <a:pt x="1424" y="18684"/>
                        </a:cubicBezTo>
                        <a:cubicBezTo>
                          <a:pt x="1424" y="13424"/>
                          <a:pt x="1424" y="8167"/>
                          <a:pt x="1424" y="2906"/>
                        </a:cubicBezTo>
                        <a:cubicBezTo>
                          <a:pt x="1425" y="1905"/>
                          <a:pt x="1948" y="1402"/>
                          <a:pt x="2965" y="1402"/>
                        </a:cubicBezTo>
                        <a:lnTo>
                          <a:pt x="14516" y="1402"/>
                        </a:lnTo>
                        <a:cubicBezTo>
                          <a:pt x="15713" y="1401"/>
                          <a:pt x="16173" y="1873"/>
                          <a:pt x="16173" y="3073"/>
                        </a:cubicBezTo>
                        <a:cubicBezTo>
                          <a:pt x="16167" y="4713"/>
                          <a:pt x="16167" y="6359"/>
                          <a:pt x="16173" y="7998"/>
                        </a:cubicBezTo>
                        <a:cubicBezTo>
                          <a:pt x="16174" y="8124"/>
                          <a:pt x="16181" y="8316"/>
                          <a:pt x="16264" y="8371"/>
                        </a:cubicBezTo>
                        <a:cubicBezTo>
                          <a:pt x="16675" y="8658"/>
                          <a:pt x="17117" y="8908"/>
                          <a:pt x="17585" y="9194"/>
                        </a:cubicBezTo>
                        <a:lnTo>
                          <a:pt x="17585" y="8834"/>
                        </a:lnTo>
                        <a:cubicBezTo>
                          <a:pt x="17585" y="6825"/>
                          <a:pt x="17592" y="4825"/>
                          <a:pt x="17585" y="2816"/>
                        </a:cubicBezTo>
                        <a:cubicBezTo>
                          <a:pt x="17578" y="1169"/>
                          <a:pt x="16399" y="0"/>
                          <a:pt x="14736" y="0"/>
                        </a:cubicBezTo>
                        <a:close/>
                        <a:moveTo>
                          <a:pt x="7096" y="4334"/>
                        </a:moveTo>
                        <a:cubicBezTo>
                          <a:pt x="5996" y="4335"/>
                          <a:pt x="4895" y="4336"/>
                          <a:pt x="3794" y="4346"/>
                        </a:cubicBezTo>
                        <a:cubicBezTo>
                          <a:pt x="3359" y="4351"/>
                          <a:pt x="3072" y="4628"/>
                          <a:pt x="3069" y="5015"/>
                        </a:cubicBezTo>
                        <a:cubicBezTo>
                          <a:pt x="3066" y="5403"/>
                          <a:pt x="3349" y="5692"/>
                          <a:pt x="3768" y="5735"/>
                        </a:cubicBezTo>
                        <a:cubicBezTo>
                          <a:pt x="3837" y="5741"/>
                          <a:pt x="3894" y="5750"/>
                          <a:pt x="3962" y="5748"/>
                        </a:cubicBezTo>
                        <a:lnTo>
                          <a:pt x="11525" y="5748"/>
                        </a:lnTo>
                        <a:cubicBezTo>
                          <a:pt x="12281" y="5748"/>
                          <a:pt x="13035" y="5753"/>
                          <a:pt x="13791" y="5735"/>
                        </a:cubicBezTo>
                        <a:cubicBezTo>
                          <a:pt x="14222" y="5726"/>
                          <a:pt x="14522" y="5431"/>
                          <a:pt x="14529" y="5054"/>
                        </a:cubicBezTo>
                        <a:cubicBezTo>
                          <a:pt x="14529" y="4658"/>
                          <a:pt x="14220" y="4356"/>
                          <a:pt x="13778" y="4334"/>
                        </a:cubicBezTo>
                        <a:cubicBezTo>
                          <a:pt x="13695" y="4334"/>
                          <a:pt x="13615" y="4334"/>
                          <a:pt x="13532" y="4334"/>
                        </a:cubicBezTo>
                        <a:lnTo>
                          <a:pt x="8792" y="4334"/>
                        </a:lnTo>
                        <a:lnTo>
                          <a:pt x="7096" y="4334"/>
                        </a:lnTo>
                        <a:close/>
                        <a:moveTo>
                          <a:pt x="3807" y="7908"/>
                        </a:moveTo>
                        <a:cubicBezTo>
                          <a:pt x="3355" y="7909"/>
                          <a:pt x="3057" y="8212"/>
                          <a:pt x="3069" y="8616"/>
                        </a:cubicBezTo>
                        <a:cubicBezTo>
                          <a:pt x="3080" y="9019"/>
                          <a:pt x="3375" y="9310"/>
                          <a:pt x="3833" y="9310"/>
                        </a:cubicBezTo>
                        <a:cubicBezTo>
                          <a:pt x="5813" y="9315"/>
                          <a:pt x="7784" y="9315"/>
                          <a:pt x="9764" y="9310"/>
                        </a:cubicBezTo>
                        <a:cubicBezTo>
                          <a:pt x="9872" y="9318"/>
                          <a:pt x="9982" y="9290"/>
                          <a:pt x="10074" y="9233"/>
                        </a:cubicBezTo>
                        <a:cubicBezTo>
                          <a:pt x="10787" y="8638"/>
                          <a:pt x="11609" y="8189"/>
                          <a:pt x="12496" y="7908"/>
                        </a:cubicBezTo>
                        <a:cubicBezTo>
                          <a:pt x="9598" y="7903"/>
                          <a:pt x="6705" y="7902"/>
                          <a:pt x="3807" y="7908"/>
                        </a:cubicBezTo>
                        <a:close/>
                        <a:moveTo>
                          <a:pt x="13622" y="8796"/>
                        </a:moveTo>
                        <a:cubicBezTo>
                          <a:pt x="11706" y="8866"/>
                          <a:pt x="10302" y="9829"/>
                          <a:pt x="9543" y="11573"/>
                        </a:cubicBezTo>
                        <a:cubicBezTo>
                          <a:pt x="8741" y="13419"/>
                          <a:pt x="9065" y="15160"/>
                          <a:pt x="10450" y="16614"/>
                        </a:cubicBezTo>
                        <a:cubicBezTo>
                          <a:pt x="11748" y="17977"/>
                          <a:pt x="13392" y="18379"/>
                          <a:pt x="15215" y="17848"/>
                        </a:cubicBezTo>
                        <a:cubicBezTo>
                          <a:pt x="16166" y="17572"/>
                          <a:pt x="16916" y="16987"/>
                          <a:pt x="17546" y="16215"/>
                        </a:cubicBezTo>
                        <a:cubicBezTo>
                          <a:pt x="18453" y="16801"/>
                          <a:pt x="19340" y="17383"/>
                          <a:pt x="20226" y="17951"/>
                        </a:cubicBezTo>
                        <a:cubicBezTo>
                          <a:pt x="20692" y="18255"/>
                          <a:pt x="21116" y="18212"/>
                          <a:pt x="21353" y="17861"/>
                        </a:cubicBezTo>
                        <a:cubicBezTo>
                          <a:pt x="21600" y="17493"/>
                          <a:pt x="21463" y="17064"/>
                          <a:pt x="21003" y="16768"/>
                        </a:cubicBezTo>
                        <a:cubicBezTo>
                          <a:pt x="20163" y="16225"/>
                          <a:pt x="19326" y="15679"/>
                          <a:pt x="18478" y="15148"/>
                        </a:cubicBezTo>
                        <a:cubicBezTo>
                          <a:pt x="18288" y="15028"/>
                          <a:pt x="18232" y="14923"/>
                          <a:pt x="18297" y="14685"/>
                        </a:cubicBezTo>
                        <a:cubicBezTo>
                          <a:pt x="19136" y="11592"/>
                          <a:pt x="16842" y="8677"/>
                          <a:pt x="13622" y="8796"/>
                        </a:cubicBezTo>
                        <a:close/>
                        <a:moveTo>
                          <a:pt x="13817" y="10184"/>
                        </a:moveTo>
                        <a:cubicBezTo>
                          <a:pt x="15611" y="10187"/>
                          <a:pt x="17070" y="11643"/>
                          <a:pt x="17067" y="13425"/>
                        </a:cubicBezTo>
                        <a:cubicBezTo>
                          <a:pt x="17064" y="15206"/>
                          <a:pt x="15598" y="16642"/>
                          <a:pt x="13804" y="16639"/>
                        </a:cubicBezTo>
                        <a:cubicBezTo>
                          <a:pt x="12010" y="16636"/>
                          <a:pt x="10563" y="15193"/>
                          <a:pt x="10566" y="13412"/>
                        </a:cubicBezTo>
                        <a:cubicBezTo>
                          <a:pt x="10570" y="11631"/>
                          <a:pt x="12022" y="10181"/>
                          <a:pt x="13817" y="10184"/>
                        </a:cubicBezTo>
                        <a:close/>
                        <a:moveTo>
                          <a:pt x="4675" y="11470"/>
                        </a:moveTo>
                        <a:cubicBezTo>
                          <a:pt x="4359" y="11470"/>
                          <a:pt x="4043" y="11460"/>
                          <a:pt x="3729" y="11483"/>
                        </a:cubicBezTo>
                        <a:cubicBezTo>
                          <a:pt x="3727" y="11483"/>
                          <a:pt x="3719" y="11483"/>
                          <a:pt x="3716" y="11483"/>
                        </a:cubicBezTo>
                        <a:cubicBezTo>
                          <a:pt x="3340" y="11496"/>
                          <a:pt x="3043" y="11817"/>
                          <a:pt x="3056" y="12190"/>
                        </a:cubicBezTo>
                        <a:cubicBezTo>
                          <a:pt x="3056" y="12196"/>
                          <a:pt x="3056" y="12197"/>
                          <a:pt x="3056" y="12203"/>
                        </a:cubicBezTo>
                        <a:cubicBezTo>
                          <a:pt x="3067" y="12587"/>
                          <a:pt x="3395" y="12896"/>
                          <a:pt x="3781" y="12885"/>
                        </a:cubicBezTo>
                        <a:cubicBezTo>
                          <a:pt x="5169" y="12900"/>
                          <a:pt x="6563" y="12897"/>
                          <a:pt x="7951" y="12885"/>
                        </a:cubicBezTo>
                        <a:cubicBezTo>
                          <a:pt x="8071" y="12869"/>
                          <a:pt x="8168" y="12799"/>
                          <a:pt x="8223" y="12692"/>
                        </a:cubicBezTo>
                        <a:cubicBezTo>
                          <a:pt x="8327" y="12313"/>
                          <a:pt x="8400" y="11924"/>
                          <a:pt x="8495" y="11483"/>
                        </a:cubicBezTo>
                        <a:cubicBezTo>
                          <a:pt x="7194" y="11483"/>
                          <a:pt x="5934" y="11473"/>
                          <a:pt x="4675" y="11470"/>
                        </a:cubicBezTo>
                        <a:close/>
                      </a:path>
                    </a:pathLst>
                  </a:custGeom>
                  <a:solidFill>
                    <a:srgbClr val="9CA9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endParaRPr sz="1800"/>
                  </a:p>
                </p:txBody>
              </p:sp>
            </p:grpSp>
          </p:grpSp>
        </p:grpSp>
        <p:grpSp>
          <p:nvGrpSpPr>
            <p:cNvPr id="934" name="成组"/>
            <p:cNvGrpSpPr/>
            <p:nvPr/>
          </p:nvGrpSpPr>
          <p:grpSpPr>
            <a:xfrm>
              <a:off x="14529" y="13651"/>
              <a:ext cx="3909" cy="3450"/>
              <a:chOff x="0" y="0"/>
              <a:chExt cx="5213160" cy="4600376"/>
            </a:xfrm>
          </p:grpSpPr>
          <p:sp>
            <p:nvSpPr>
              <p:cNvPr id="920" name="圆角矩形"/>
              <p:cNvSpPr/>
              <p:nvPr/>
            </p:nvSpPr>
            <p:spPr>
              <a:xfrm>
                <a:off x="0" y="0"/>
                <a:ext cx="5213160" cy="1202433"/>
              </a:xfrm>
              <a:prstGeom prst="roundRect">
                <a:avLst>
                  <a:gd name="adj" fmla="val 10673"/>
                </a:avLst>
              </a:prstGeom>
              <a:solidFill>
                <a:srgbClr val="6B7CE6"/>
              </a:solidFill>
              <a:ln w="12700" cap="flat">
                <a:noFill/>
                <a:miter lim="400000"/>
              </a:ln>
              <a:effectLst>
                <a:outerShdw blurRad="381000" dist="196698" dir="5400000" rotWithShape="0">
                  <a:srgbClr val="FFFFFF">
                    <a:alpha val="64404"/>
                  </a:srgbClr>
                </a:outerShdw>
              </a:effectLst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21" name="沟通协作"/>
              <p:cNvSpPr txBox="1"/>
              <p:nvPr/>
            </p:nvSpPr>
            <p:spPr>
              <a:xfrm>
                <a:off x="1030385" y="195827"/>
                <a:ext cx="3152394" cy="8107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defRPr sz="6000">
                    <a:solidFill>
                      <a:srgbClr val="FFFFFF"/>
                    </a:solidFill>
                    <a:latin typeface="Source Han Sans CN Medium" panose="020B0300000000000000" charset="-122"/>
                    <a:ea typeface="Source Han Sans CN Medium" panose="020B0300000000000000" charset="-122"/>
                    <a:cs typeface="Source Han Sans CN Medium" panose="020B0300000000000000" charset="-122"/>
                    <a:sym typeface="Source Han Sans CN Medium" panose="020B0300000000000000" charset="-122"/>
                  </a:defRPr>
                </a:lvl1pPr>
              </a:lstStyle>
              <a:p>
                <a:r>
                  <a:rPr sz="3200"/>
                  <a:t>沟通协作</a:t>
                </a:r>
                <a:endParaRPr sz="3200"/>
              </a:p>
            </p:txBody>
          </p:sp>
          <p:grpSp>
            <p:nvGrpSpPr>
              <p:cNvPr id="927" name="成组"/>
              <p:cNvGrpSpPr/>
              <p:nvPr/>
            </p:nvGrpSpPr>
            <p:grpSpPr>
              <a:xfrm>
                <a:off x="0" y="1478369"/>
                <a:ext cx="2540000" cy="3122007"/>
                <a:chOff x="0" y="0"/>
                <a:chExt cx="2540000" cy="3122005"/>
              </a:xfrm>
            </p:grpSpPr>
            <p:sp>
              <p:nvSpPr>
                <p:cNvPr id="922" name="圆角矩形"/>
                <p:cNvSpPr/>
                <p:nvPr/>
              </p:nvSpPr>
              <p:spPr>
                <a:xfrm>
                  <a:off x="0" y="0"/>
                  <a:ext cx="2540000" cy="3122005"/>
                </a:xfrm>
                <a:prstGeom prst="roundRect">
                  <a:avLst>
                    <a:gd name="adj" fmla="val 5062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23" name="Outlook…"/>
                <p:cNvSpPr txBox="1"/>
                <p:nvPr/>
              </p:nvSpPr>
              <p:spPr>
                <a:xfrm>
                  <a:off x="179514" y="1875946"/>
                  <a:ext cx="2137600" cy="99560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/>
                <a:p>
                  <a:pPr algn="ctr" defTabSz="736600">
                    <a:lnSpc>
                      <a:spcPct val="10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pPr>
                  <a:r>
                    <a:rPr sz="2000"/>
                    <a:t>Outlook </a:t>
                  </a:r>
                  <a:endParaRPr sz="2000"/>
                </a:p>
                <a:p>
                  <a:pPr algn="ctr" defTabSz="736600">
                    <a:lnSpc>
                      <a:spcPct val="10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pPr>
                  <a:r>
                    <a:rPr sz="2000"/>
                    <a:t>邮箱</a:t>
                  </a:r>
                  <a:endParaRPr sz="2000"/>
                </a:p>
              </p:txBody>
            </p:sp>
            <p:grpSp>
              <p:nvGrpSpPr>
                <p:cNvPr id="926" name="成组"/>
                <p:cNvGrpSpPr/>
                <p:nvPr/>
              </p:nvGrpSpPr>
              <p:grpSpPr>
                <a:xfrm>
                  <a:off x="596583" y="264420"/>
                  <a:ext cx="1295402" cy="1295402"/>
                  <a:chOff x="0" y="0"/>
                  <a:chExt cx="1295401" cy="1295401"/>
                </a:xfrm>
              </p:grpSpPr>
              <p:sp>
                <p:nvSpPr>
                  <p:cNvPr id="924" name="圆角矩形"/>
                  <p:cNvSpPr/>
                  <p:nvPr/>
                </p:nvSpPr>
                <p:spPr>
                  <a:xfrm>
                    <a:off x="0" y="0"/>
                    <a:ext cx="1295402" cy="1295402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pPr>
                      <a:defRPr sz="5500"/>
                    </a:pPr>
                    <a:endParaRPr sz="2800"/>
                  </a:p>
                </p:txBody>
              </p:sp>
              <p:pic>
                <p:nvPicPr>
                  <p:cNvPr id="925" name="图片 104" descr="图片 104"/>
                  <p:cNvPicPr>
                    <a:picLocks noChangeAspect="1"/>
                  </p:cNvPicPr>
                  <p:nvPr/>
                </p:nvPicPr>
                <p:blipFill>
                  <a:blip r:embed="rId9"/>
                  <a:srcRect l="8368" t="9844" r="8368" b="9844"/>
                  <a:stretch>
                    <a:fillRect/>
                  </a:stretch>
                </p:blipFill>
                <p:spPr>
                  <a:xfrm>
                    <a:off x="132351" y="138134"/>
                    <a:ext cx="1030705" cy="1019132"/>
                  </a:xfrm>
                  <a:prstGeom prst="rect">
                    <a:avLst/>
                  </a:prstGeom>
                  <a:ln w="12700" cap="flat">
                    <a:noFill/>
                    <a:miter lim="400000"/>
                    <a:headEnd/>
                    <a:tailEnd/>
                  </a:ln>
                  <a:effectLst/>
                </p:spPr>
              </p:pic>
            </p:grpSp>
          </p:grpSp>
          <p:grpSp>
            <p:nvGrpSpPr>
              <p:cNvPr id="933" name="成组"/>
              <p:cNvGrpSpPr/>
              <p:nvPr/>
            </p:nvGrpSpPr>
            <p:grpSpPr>
              <a:xfrm>
                <a:off x="2673157" y="1478369"/>
                <a:ext cx="2540001" cy="3122007"/>
                <a:chOff x="0" y="0"/>
                <a:chExt cx="2540000" cy="3122005"/>
              </a:xfrm>
            </p:grpSpPr>
            <p:sp>
              <p:nvSpPr>
                <p:cNvPr id="928" name="圆角矩形"/>
                <p:cNvSpPr/>
                <p:nvPr/>
              </p:nvSpPr>
              <p:spPr>
                <a:xfrm>
                  <a:off x="0" y="0"/>
                  <a:ext cx="2540000" cy="3122005"/>
                </a:xfrm>
                <a:prstGeom prst="roundRect">
                  <a:avLst>
                    <a:gd name="adj" fmla="val 5062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29" name="腾讯会议"/>
                <p:cNvSpPr txBox="1"/>
                <p:nvPr/>
              </p:nvSpPr>
              <p:spPr>
                <a:xfrm>
                  <a:off x="183612" y="2176058"/>
                  <a:ext cx="2138932" cy="3953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>
                  <a:lvl1pPr algn="ctr" defTabSz="736600">
                    <a:lnSpc>
                      <a:spcPct val="7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lvl1pPr>
                </a:lstStyle>
                <a:p>
                  <a:r>
                    <a:rPr sz="2000"/>
                    <a:t>腾讯会议</a:t>
                  </a:r>
                  <a:endParaRPr sz="2000"/>
                </a:p>
              </p:txBody>
            </p:sp>
            <p:grpSp>
              <p:nvGrpSpPr>
                <p:cNvPr id="932" name="成组"/>
                <p:cNvGrpSpPr/>
                <p:nvPr/>
              </p:nvGrpSpPr>
              <p:grpSpPr>
                <a:xfrm>
                  <a:off x="627285" y="264420"/>
                  <a:ext cx="1295403" cy="1295402"/>
                  <a:chOff x="0" y="0"/>
                  <a:chExt cx="1295401" cy="1295401"/>
                </a:xfrm>
              </p:grpSpPr>
              <p:sp>
                <p:nvSpPr>
                  <p:cNvPr id="930" name="圆角矩形"/>
                  <p:cNvSpPr/>
                  <p:nvPr/>
                </p:nvSpPr>
                <p:spPr>
                  <a:xfrm>
                    <a:off x="0" y="0"/>
                    <a:ext cx="1295402" cy="1295402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pPr>
                      <a:defRPr sz="5500"/>
                    </a:pPr>
                    <a:endParaRPr sz="2800"/>
                  </a:p>
                </p:txBody>
              </p:sp>
              <p:pic>
                <p:nvPicPr>
                  <p:cNvPr id="931" name="图片 102" descr="图片 102"/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40807" y="165458"/>
                    <a:ext cx="1013787" cy="964485"/>
                  </a:xfrm>
                  <a:prstGeom prst="rect">
                    <a:avLst/>
                  </a:prstGeom>
                  <a:ln w="12700" cap="flat">
                    <a:noFill/>
                    <a:miter lim="400000"/>
                    <a:headEnd/>
                    <a:tailEnd/>
                  </a:ln>
                  <a:effectLst/>
                </p:spPr>
              </p:pic>
            </p:grpSp>
          </p:grpSp>
        </p:grpSp>
        <p:grpSp>
          <p:nvGrpSpPr>
            <p:cNvPr id="949" name="成组"/>
            <p:cNvGrpSpPr/>
            <p:nvPr/>
          </p:nvGrpSpPr>
          <p:grpSpPr>
            <a:xfrm>
              <a:off x="18934" y="13651"/>
              <a:ext cx="4443" cy="3450"/>
              <a:chOff x="0" y="0"/>
              <a:chExt cx="5924674" cy="4600375"/>
            </a:xfrm>
          </p:grpSpPr>
          <p:sp>
            <p:nvSpPr>
              <p:cNvPr id="935" name="圆角矩形"/>
              <p:cNvSpPr/>
              <p:nvPr/>
            </p:nvSpPr>
            <p:spPr>
              <a:xfrm>
                <a:off x="0" y="0"/>
                <a:ext cx="5924673" cy="1202433"/>
              </a:xfrm>
              <a:prstGeom prst="roundRect">
                <a:avLst>
                  <a:gd name="adj" fmla="val 10673"/>
                </a:avLst>
              </a:prstGeom>
              <a:solidFill>
                <a:srgbClr val="6B7CE6"/>
              </a:solidFill>
              <a:ln w="12700" cap="flat">
                <a:noFill/>
                <a:miter lim="400000"/>
              </a:ln>
              <a:effectLst>
                <a:outerShdw blurRad="381000" dist="196698" dir="5400000" rotWithShape="0">
                  <a:srgbClr val="FFFFFF">
                    <a:alpha val="64404"/>
                  </a:srgbClr>
                </a:outerShdw>
              </a:effectLst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36" name="学术研究"/>
              <p:cNvSpPr txBox="1"/>
              <p:nvPr/>
            </p:nvSpPr>
            <p:spPr>
              <a:xfrm>
                <a:off x="1386140" y="195827"/>
                <a:ext cx="3152394" cy="8107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defRPr sz="6000">
                    <a:solidFill>
                      <a:srgbClr val="FFFFFF"/>
                    </a:solidFill>
                    <a:latin typeface="Source Han Sans CN Medium" panose="020B0300000000000000" charset="-122"/>
                    <a:ea typeface="Source Han Sans CN Medium" panose="020B0300000000000000" charset="-122"/>
                    <a:cs typeface="Source Han Sans CN Medium" panose="020B0300000000000000" charset="-122"/>
                    <a:sym typeface="Source Han Sans CN Medium" panose="020B0300000000000000" charset="-122"/>
                  </a:defRPr>
                </a:lvl1pPr>
              </a:lstStyle>
              <a:p>
                <a:r>
                  <a:rPr sz="3200"/>
                  <a:t>学术研究</a:t>
                </a:r>
                <a:endParaRPr sz="3200"/>
              </a:p>
            </p:txBody>
          </p:sp>
          <p:grpSp>
            <p:nvGrpSpPr>
              <p:cNvPr id="942" name="成组"/>
              <p:cNvGrpSpPr/>
              <p:nvPr/>
            </p:nvGrpSpPr>
            <p:grpSpPr>
              <a:xfrm>
                <a:off x="0" y="1478369"/>
                <a:ext cx="5924674" cy="1498601"/>
                <a:chOff x="0" y="0"/>
                <a:chExt cx="5924673" cy="1498600"/>
              </a:xfrm>
            </p:grpSpPr>
            <p:sp>
              <p:nvSpPr>
                <p:cNvPr id="937" name="圆角矩形"/>
                <p:cNvSpPr/>
                <p:nvPr/>
              </p:nvSpPr>
              <p:spPr>
                <a:xfrm>
                  <a:off x="0" y="0"/>
                  <a:ext cx="5924673" cy="1498600"/>
                </a:xfrm>
                <a:prstGeom prst="roundRect">
                  <a:avLst>
                    <a:gd name="adj" fmla="val 8898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38" name="学术论文撰写助手"/>
                <p:cNvSpPr txBox="1"/>
                <p:nvPr/>
              </p:nvSpPr>
              <p:spPr>
                <a:xfrm>
                  <a:off x="1267266" y="695203"/>
                  <a:ext cx="4176521" cy="3953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>
                  <a:lvl1pPr defTabSz="736600">
                    <a:lnSpc>
                      <a:spcPct val="7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lvl1pPr>
                </a:lstStyle>
                <a:p>
                  <a:r>
                    <a:rPr sz="2000"/>
                    <a:t>学术论文撰写助手</a:t>
                  </a:r>
                  <a:endParaRPr sz="2000"/>
                </a:p>
              </p:txBody>
            </p:sp>
            <p:grpSp>
              <p:nvGrpSpPr>
                <p:cNvPr id="941" name="成组"/>
                <p:cNvGrpSpPr/>
                <p:nvPr/>
              </p:nvGrpSpPr>
              <p:grpSpPr>
                <a:xfrm>
                  <a:off x="337610" y="403629"/>
                  <a:ext cx="698502" cy="698501"/>
                  <a:chOff x="0" y="0"/>
                  <a:chExt cx="698500" cy="698500"/>
                </a:xfrm>
              </p:grpSpPr>
              <p:sp>
                <p:nvSpPr>
                  <p:cNvPr id="939" name="圆角矩形"/>
                  <p:cNvSpPr/>
                  <p:nvPr/>
                </p:nvSpPr>
                <p:spPr>
                  <a:xfrm>
                    <a:off x="0" y="0"/>
                    <a:ext cx="698501" cy="698501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pPr>
                      <a:defRPr sz="5500"/>
                    </a:pPr>
                    <a:endParaRPr sz="2800"/>
                  </a:p>
                </p:txBody>
              </p:sp>
              <p:sp>
                <p:nvSpPr>
                  <p:cNvPr id="940" name="形状"/>
                  <p:cNvSpPr/>
                  <p:nvPr/>
                </p:nvSpPr>
                <p:spPr>
                  <a:xfrm>
                    <a:off x="160898" y="139218"/>
                    <a:ext cx="376706" cy="42006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482" h="21600" extrusionOk="0">
                        <a:moveTo>
                          <a:pt x="3322" y="0"/>
                        </a:moveTo>
                        <a:cubicBezTo>
                          <a:pt x="2917" y="115"/>
                          <a:pt x="2487" y="184"/>
                          <a:pt x="2113" y="350"/>
                        </a:cubicBezTo>
                        <a:cubicBezTo>
                          <a:pt x="794" y="952"/>
                          <a:pt x="91" y="1942"/>
                          <a:pt x="11" y="3271"/>
                        </a:cubicBezTo>
                        <a:cubicBezTo>
                          <a:pt x="-14" y="3692"/>
                          <a:pt x="11" y="4109"/>
                          <a:pt x="11" y="4530"/>
                        </a:cubicBezTo>
                        <a:cubicBezTo>
                          <a:pt x="11" y="9065"/>
                          <a:pt x="11" y="13601"/>
                          <a:pt x="11" y="18134"/>
                        </a:cubicBezTo>
                        <a:cubicBezTo>
                          <a:pt x="12" y="19662"/>
                          <a:pt x="978" y="20926"/>
                          <a:pt x="2545" y="21418"/>
                        </a:cubicBezTo>
                        <a:cubicBezTo>
                          <a:pt x="2799" y="21498"/>
                          <a:pt x="3060" y="21539"/>
                          <a:pt x="3322" y="21600"/>
                        </a:cubicBezTo>
                        <a:lnTo>
                          <a:pt x="9311" y="21600"/>
                        </a:lnTo>
                        <a:lnTo>
                          <a:pt x="9512" y="21522"/>
                        </a:lnTo>
                        <a:cubicBezTo>
                          <a:pt x="9556" y="21505"/>
                          <a:pt x="9601" y="21480"/>
                          <a:pt x="9642" y="21457"/>
                        </a:cubicBezTo>
                        <a:cubicBezTo>
                          <a:pt x="10072" y="21213"/>
                          <a:pt x="10201" y="20703"/>
                          <a:pt x="9930" y="20315"/>
                        </a:cubicBezTo>
                        <a:cubicBezTo>
                          <a:pt x="9726" y="20017"/>
                          <a:pt x="9416" y="19913"/>
                          <a:pt x="9037" y="19913"/>
                        </a:cubicBezTo>
                        <a:cubicBezTo>
                          <a:pt x="7306" y="19917"/>
                          <a:pt x="5572" y="19917"/>
                          <a:pt x="3840" y="19913"/>
                        </a:cubicBezTo>
                        <a:cubicBezTo>
                          <a:pt x="2694" y="19912"/>
                          <a:pt x="1882" y="19185"/>
                          <a:pt x="1882" y="18160"/>
                        </a:cubicBezTo>
                        <a:cubicBezTo>
                          <a:pt x="1877" y="13245"/>
                          <a:pt x="1877" y="8342"/>
                          <a:pt x="1882" y="3427"/>
                        </a:cubicBezTo>
                        <a:cubicBezTo>
                          <a:pt x="1883" y="2422"/>
                          <a:pt x="2682" y="1687"/>
                          <a:pt x="3797" y="1687"/>
                        </a:cubicBezTo>
                        <a:cubicBezTo>
                          <a:pt x="7595" y="1680"/>
                          <a:pt x="11401" y="1676"/>
                          <a:pt x="15198" y="1687"/>
                        </a:cubicBezTo>
                        <a:cubicBezTo>
                          <a:pt x="15501" y="1690"/>
                          <a:pt x="15802" y="1753"/>
                          <a:pt x="16077" y="1869"/>
                        </a:cubicBezTo>
                        <a:cubicBezTo>
                          <a:pt x="16822" y="2190"/>
                          <a:pt x="17127" y="2777"/>
                          <a:pt x="17127" y="3505"/>
                        </a:cubicBezTo>
                        <a:lnTo>
                          <a:pt x="17127" y="12098"/>
                        </a:lnTo>
                        <a:cubicBezTo>
                          <a:pt x="17127" y="12189"/>
                          <a:pt x="17119" y="12280"/>
                          <a:pt x="17127" y="12371"/>
                        </a:cubicBezTo>
                        <a:cubicBezTo>
                          <a:pt x="17132" y="12431"/>
                          <a:pt x="17151" y="12494"/>
                          <a:pt x="17171" y="12552"/>
                        </a:cubicBezTo>
                        <a:cubicBezTo>
                          <a:pt x="17316" y="12995"/>
                          <a:pt x="17832" y="13255"/>
                          <a:pt x="18322" y="13124"/>
                        </a:cubicBezTo>
                        <a:cubicBezTo>
                          <a:pt x="18761" y="13009"/>
                          <a:pt x="18999" y="12677"/>
                          <a:pt x="18999" y="12189"/>
                        </a:cubicBezTo>
                        <a:cubicBezTo>
                          <a:pt x="18999" y="9278"/>
                          <a:pt x="18999" y="6377"/>
                          <a:pt x="18999" y="3466"/>
                        </a:cubicBezTo>
                        <a:cubicBezTo>
                          <a:pt x="18999" y="3374"/>
                          <a:pt x="18993" y="3285"/>
                          <a:pt x="18984" y="3193"/>
                        </a:cubicBezTo>
                        <a:cubicBezTo>
                          <a:pt x="18860" y="1882"/>
                          <a:pt x="18167" y="906"/>
                          <a:pt x="16854" y="325"/>
                        </a:cubicBezTo>
                        <a:cubicBezTo>
                          <a:pt x="16491" y="168"/>
                          <a:pt x="16079" y="110"/>
                          <a:pt x="15688" y="0"/>
                        </a:cubicBezTo>
                        <a:lnTo>
                          <a:pt x="3322" y="0"/>
                        </a:lnTo>
                        <a:close/>
                        <a:moveTo>
                          <a:pt x="4589" y="5062"/>
                        </a:moveTo>
                        <a:cubicBezTo>
                          <a:pt x="4236" y="5087"/>
                          <a:pt x="3934" y="5296"/>
                          <a:pt x="3811" y="5595"/>
                        </a:cubicBezTo>
                        <a:cubicBezTo>
                          <a:pt x="3668" y="5895"/>
                          <a:pt x="3744" y="6245"/>
                          <a:pt x="3999" y="6477"/>
                        </a:cubicBezTo>
                        <a:cubicBezTo>
                          <a:pt x="4205" y="6684"/>
                          <a:pt x="4473" y="6750"/>
                          <a:pt x="4776" y="6750"/>
                        </a:cubicBezTo>
                        <a:cubicBezTo>
                          <a:pt x="6351" y="6750"/>
                          <a:pt x="7923" y="6750"/>
                          <a:pt x="9498" y="6750"/>
                        </a:cubicBezTo>
                        <a:lnTo>
                          <a:pt x="13572" y="6750"/>
                        </a:lnTo>
                        <a:cubicBezTo>
                          <a:pt x="13836" y="6750"/>
                          <a:pt x="14099" y="6764"/>
                          <a:pt x="14363" y="6750"/>
                        </a:cubicBezTo>
                        <a:cubicBezTo>
                          <a:pt x="14878" y="6733"/>
                          <a:pt x="15289" y="6331"/>
                          <a:pt x="15270" y="5867"/>
                        </a:cubicBezTo>
                        <a:cubicBezTo>
                          <a:pt x="15251" y="5403"/>
                          <a:pt x="14806" y="5045"/>
                          <a:pt x="14291" y="5062"/>
                        </a:cubicBezTo>
                        <a:cubicBezTo>
                          <a:pt x="11087" y="5062"/>
                          <a:pt x="7894" y="5062"/>
                          <a:pt x="4690" y="5062"/>
                        </a:cubicBezTo>
                        <a:cubicBezTo>
                          <a:pt x="4659" y="5061"/>
                          <a:pt x="4619" y="5061"/>
                          <a:pt x="4589" y="5062"/>
                        </a:cubicBezTo>
                        <a:close/>
                        <a:moveTo>
                          <a:pt x="4733" y="8437"/>
                        </a:moveTo>
                        <a:cubicBezTo>
                          <a:pt x="4120" y="8439"/>
                          <a:pt x="3699" y="8842"/>
                          <a:pt x="3754" y="9359"/>
                        </a:cubicBezTo>
                        <a:cubicBezTo>
                          <a:pt x="3803" y="9817"/>
                          <a:pt x="4199" y="10125"/>
                          <a:pt x="4776" y="10125"/>
                        </a:cubicBezTo>
                        <a:lnTo>
                          <a:pt x="14205" y="10125"/>
                        </a:lnTo>
                        <a:cubicBezTo>
                          <a:pt x="14275" y="10127"/>
                          <a:pt x="14351" y="10118"/>
                          <a:pt x="14421" y="10112"/>
                        </a:cubicBezTo>
                        <a:cubicBezTo>
                          <a:pt x="14484" y="10106"/>
                          <a:pt x="14548" y="10091"/>
                          <a:pt x="14608" y="10073"/>
                        </a:cubicBezTo>
                        <a:cubicBezTo>
                          <a:pt x="15100" y="9930"/>
                          <a:pt x="15371" y="9465"/>
                          <a:pt x="15213" y="9022"/>
                        </a:cubicBezTo>
                        <a:cubicBezTo>
                          <a:pt x="15088" y="8664"/>
                          <a:pt x="14718" y="8437"/>
                          <a:pt x="14248" y="8437"/>
                        </a:cubicBezTo>
                        <a:cubicBezTo>
                          <a:pt x="12658" y="8437"/>
                          <a:pt x="11074" y="8437"/>
                          <a:pt x="9483" y="8437"/>
                        </a:cubicBezTo>
                        <a:lnTo>
                          <a:pt x="8778" y="8437"/>
                        </a:lnTo>
                        <a:cubicBezTo>
                          <a:pt x="7429" y="8438"/>
                          <a:pt x="6082" y="8433"/>
                          <a:pt x="4733" y="8437"/>
                        </a:cubicBezTo>
                        <a:close/>
                        <a:moveTo>
                          <a:pt x="4690" y="11813"/>
                        </a:moveTo>
                        <a:cubicBezTo>
                          <a:pt x="4175" y="11805"/>
                          <a:pt x="3747" y="12179"/>
                          <a:pt x="3739" y="12643"/>
                        </a:cubicBezTo>
                        <a:cubicBezTo>
                          <a:pt x="3731" y="13107"/>
                          <a:pt x="4146" y="13480"/>
                          <a:pt x="4661" y="13487"/>
                        </a:cubicBezTo>
                        <a:cubicBezTo>
                          <a:pt x="6623" y="13494"/>
                          <a:pt x="8585" y="13487"/>
                          <a:pt x="10549" y="13487"/>
                        </a:cubicBezTo>
                        <a:cubicBezTo>
                          <a:pt x="10869" y="13492"/>
                          <a:pt x="11166" y="13348"/>
                          <a:pt x="11326" y="13098"/>
                        </a:cubicBezTo>
                        <a:cubicBezTo>
                          <a:pt x="11717" y="12529"/>
                          <a:pt x="11269" y="11820"/>
                          <a:pt x="10505" y="11813"/>
                        </a:cubicBezTo>
                        <a:cubicBezTo>
                          <a:pt x="9547" y="11806"/>
                          <a:pt x="8599" y="11813"/>
                          <a:pt x="7641" y="11813"/>
                        </a:cubicBezTo>
                        <a:cubicBezTo>
                          <a:pt x="6659" y="11813"/>
                          <a:pt x="5671" y="11806"/>
                          <a:pt x="4690" y="11813"/>
                        </a:cubicBezTo>
                        <a:close/>
                        <a:moveTo>
                          <a:pt x="20813" y="13617"/>
                        </a:moveTo>
                        <a:cubicBezTo>
                          <a:pt x="20389" y="13503"/>
                          <a:pt x="20013" y="13643"/>
                          <a:pt x="19704" y="14032"/>
                        </a:cubicBezTo>
                        <a:cubicBezTo>
                          <a:pt x="18235" y="15883"/>
                          <a:pt x="16768" y="17737"/>
                          <a:pt x="15299" y="19588"/>
                        </a:cubicBezTo>
                        <a:cubicBezTo>
                          <a:pt x="14978" y="19993"/>
                          <a:pt x="14671" y="20020"/>
                          <a:pt x="14277" y="19679"/>
                        </a:cubicBezTo>
                        <a:cubicBezTo>
                          <a:pt x="13383" y="18906"/>
                          <a:pt x="12494" y="18131"/>
                          <a:pt x="11599" y="17355"/>
                        </a:cubicBezTo>
                        <a:cubicBezTo>
                          <a:pt x="11513" y="17275"/>
                          <a:pt x="11424" y="17204"/>
                          <a:pt x="11326" y="17135"/>
                        </a:cubicBezTo>
                        <a:cubicBezTo>
                          <a:pt x="11295" y="17113"/>
                          <a:pt x="11260" y="17087"/>
                          <a:pt x="11225" y="17070"/>
                        </a:cubicBezTo>
                        <a:cubicBezTo>
                          <a:pt x="10784" y="16842"/>
                          <a:pt x="10226" y="16983"/>
                          <a:pt x="9973" y="17381"/>
                        </a:cubicBezTo>
                        <a:cubicBezTo>
                          <a:pt x="9739" y="17738"/>
                          <a:pt x="9813" y="18131"/>
                          <a:pt x="10189" y="18459"/>
                        </a:cubicBezTo>
                        <a:cubicBezTo>
                          <a:pt x="11008" y="19171"/>
                          <a:pt x="11828" y="19879"/>
                          <a:pt x="12636" y="20600"/>
                        </a:cubicBezTo>
                        <a:cubicBezTo>
                          <a:pt x="13170" y="21077"/>
                          <a:pt x="13733" y="21499"/>
                          <a:pt x="14507" y="21600"/>
                        </a:cubicBezTo>
                        <a:lnTo>
                          <a:pt x="15069" y="21600"/>
                        </a:lnTo>
                        <a:cubicBezTo>
                          <a:pt x="15088" y="21588"/>
                          <a:pt x="15104" y="21581"/>
                          <a:pt x="15126" y="21574"/>
                        </a:cubicBezTo>
                        <a:cubicBezTo>
                          <a:pt x="15853" y="21469"/>
                          <a:pt x="16388" y="21111"/>
                          <a:pt x="16811" y="20575"/>
                        </a:cubicBezTo>
                        <a:cubicBezTo>
                          <a:pt x="18265" y="18740"/>
                          <a:pt x="19731" y="16904"/>
                          <a:pt x="21187" y="15071"/>
                        </a:cubicBezTo>
                        <a:cubicBezTo>
                          <a:pt x="21253" y="14991"/>
                          <a:pt x="21307" y="14911"/>
                          <a:pt x="21360" y="14824"/>
                        </a:cubicBezTo>
                        <a:cubicBezTo>
                          <a:pt x="21394" y="14769"/>
                          <a:pt x="21427" y="14703"/>
                          <a:pt x="21446" y="14642"/>
                        </a:cubicBezTo>
                        <a:cubicBezTo>
                          <a:pt x="21586" y="14201"/>
                          <a:pt x="21302" y="13743"/>
                          <a:pt x="20813" y="13617"/>
                        </a:cubicBezTo>
                        <a:close/>
                      </a:path>
                    </a:pathLst>
                  </a:custGeom>
                  <a:solidFill>
                    <a:srgbClr val="9CA9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endParaRPr sz="1800"/>
                  </a:p>
                </p:txBody>
              </p:sp>
            </p:grpSp>
          </p:grpSp>
          <p:grpSp>
            <p:nvGrpSpPr>
              <p:cNvPr id="948" name="成组"/>
              <p:cNvGrpSpPr/>
              <p:nvPr/>
            </p:nvGrpSpPr>
            <p:grpSpPr>
              <a:xfrm>
                <a:off x="0" y="3103864"/>
                <a:ext cx="5924674" cy="1496511"/>
                <a:chOff x="0" y="0"/>
                <a:chExt cx="5924673" cy="1496510"/>
              </a:xfrm>
            </p:grpSpPr>
            <p:sp>
              <p:nvSpPr>
                <p:cNvPr id="943" name="圆角矩形"/>
                <p:cNvSpPr/>
                <p:nvPr/>
              </p:nvSpPr>
              <p:spPr>
                <a:xfrm>
                  <a:off x="0" y="0"/>
                  <a:ext cx="5924673" cy="1496510"/>
                </a:xfrm>
                <a:prstGeom prst="roundRect">
                  <a:avLst>
                    <a:gd name="adj" fmla="val 8592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44" name="学术研究资源中心"/>
                <p:cNvSpPr txBox="1"/>
                <p:nvPr/>
              </p:nvSpPr>
              <p:spPr>
                <a:xfrm>
                  <a:off x="1267266" y="690579"/>
                  <a:ext cx="4176521" cy="3953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>
                  <a:lvl1pPr defTabSz="736600">
                    <a:lnSpc>
                      <a:spcPct val="7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lvl1pPr>
                </a:lstStyle>
                <a:p>
                  <a:r>
                    <a:rPr sz="2000"/>
                    <a:t>学术研究资源中心</a:t>
                  </a:r>
                  <a:endParaRPr sz="2000"/>
                </a:p>
              </p:txBody>
            </p:sp>
            <p:grpSp>
              <p:nvGrpSpPr>
                <p:cNvPr id="947" name="成组"/>
                <p:cNvGrpSpPr/>
                <p:nvPr/>
              </p:nvGrpSpPr>
              <p:grpSpPr>
                <a:xfrm>
                  <a:off x="337610" y="399005"/>
                  <a:ext cx="698502" cy="698501"/>
                  <a:chOff x="0" y="0"/>
                  <a:chExt cx="698500" cy="698500"/>
                </a:xfrm>
              </p:grpSpPr>
              <p:sp>
                <p:nvSpPr>
                  <p:cNvPr id="945" name="圆角矩形"/>
                  <p:cNvSpPr/>
                  <p:nvPr/>
                </p:nvSpPr>
                <p:spPr>
                  <a:xfrm>
                    <a:off x="0" y="0"/>
                    <a:ext cx="698501" cy="698501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pPr>
                      <a:defRPr sz="5500"/>
                    </a:pPr>
                    <a:endParaRPr sz="2800"/>
                  </a:p>
                </p:txBody>
              </p:sp>
              <p:sp>
                <p:nvSpPr>
                  <p:cNvPr id="946" name="形状"/>
                  <p:cNvSpPr/>
                  <p:nvPr/>
                </p:nvSpPr>
                <p:spPr>
                  <a:xfrm>
                    <a:off x="123101" y="123169"/>
                    <a:ext cx="452303" cy="45216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986" h="21279" extrusionOk="0">
                        <a:moveTo>
                          <a:pt x="5336" y="14475"/>
                        </a:moveTo>
                        <a:lnTo>
                          <a:pt x="7692" y="12902"/>
                        </a:lnTo>
                        <a:cubicBezTo>
                          <a:pt x="7268" y="12061"/>
                          <a:pt x="7230" y="11073"/>
                          <a:pt x="7589" y="10201"/>
                        </a:cubicBezTo>
                        <a:lnTo>
                          <a:pt x="6839" y="9821"/>
                        </a:lnTo>
                        <a:cubicBezTo>
                          <a:pt x="6073" y="9434"/>
                          <a:pt x="5308" y="9048"/>
                          <a:pt x="4542" y="8662"/>
                        </a:cubicBezTo>
                        <a:cubicBezTo>
                          <a:pt x="4493" y="8626"/>
                          <a:pt x="4425" y="8634"/>
                          <a:pt x="4385" y="8680"/>
                        </a:cubicBezTo>
                        <a:cubicBezTo>
                          <a:pt x="3644" y="9376"/>
                          <a:pt x="2487" y="9330"/>
                          <a:pt x="1801" y="8578"/>
                        </a:cubicBezTo>
                        <a:cubicBezTo>
                          <a:pt x="1581" y="8337"/>
                          <a:pt x="1428" y="8040"/>
                          <a:pt x="1358" y="7719"/>
                        </a:cubicBezTo>
                        <a:cubicBezTo>
                          <a:pt x="1110" y="6649"/>
                          <a:pt x="1890" y="5561"/>
                          <a:pt x="2973" y="5469"/>
                        </a:cubicBezTo>
                        <a:cubicBezTo>
                          <a:pt x="3982" y="5373"/>
                          <a:pt x="4877" y="6124"/>
                          <a:pt x="4972" y="7147"/>
                        </a:cubicBezTo>
                        <a:cubicBezTo>
                          <a:pt x="4978" y="7214"/>
                          <a:pt x="4980" y="7281"/>
                          <a:pt x="4979" y="7348"/>
                        </a:cubicBezTo>
                        <a:cubicBezTo>
                          <a:pt x="4981" y="7425"/>
                          <a:pt x="4974" y="7501"/>
                          <a:pt x="4959" y="7576"/>
                        </a:cubicBezTo>
                        <a:cubicBezTo>
                          <a:pt x="4939" y="7660"/>
                          <a:pt x="4967" y="7696"/>
                          <a:pt x="5039" y="7732"/>
                        </a:cubicBezTo>
                        <a:cubicBezTo>
                          <a:pt x="6052" y="8239"/>
                          <a:pt x="7064" y="8750"/>
                          <a:pt x="8073" y="9266"/>
                        </a:cubicBezTo>
                        <a:cubicBezTo>
                          <a:pt x="8122" y="9302"/>
                          <a:pt x="8191" y="9291"/>
                          <a:pt x="8227" y="9241"/>
                        </a:cubicBezTo>
                        <a:cubicBezTo>
                          <a:pt x="8228" y="9240"/>
                          <a:pt x="8228" y="9240"/>
                          <a:pt x="8228" y="9239"/>
                        </a:cubicBezTo>
                        <a:cubicBezTo>
                          <a:pt x="8669" y="8764"/>
                          <a:pt x="9246" y="8442"/>
                          <a:pt x="9878" y="8319"/>
                        </a:cubicBezTo>
                        <a:cubicBezTo>
                          <a:pt x="9953" y="8304"/>
                          <a:pt x="9973" y="8271"/>
                          <a:pt x="9972" y="8196"/>
                        </a:cubicBezTo>
                        <a:cubicBezTo>
                          <a:pt x="9969" y="7613"/>
                          <a:pt x="9969" y="7031"/>
                          <a:pt x="9972" y="6447"/>
                        </a:cubicBezTo>
                        <a:cubicBezTo>
                          <a:pt x="9972" y="6360"/>
                          <a:pt x="9941" y="6332"/>
                          <a:pt x="9860" y="6317"/>
                        </a:cubicBezTo>
                        <a:cubicBezTo>
                          <a:pt x="8599" y="6072"/>
                          <a:pt x="7568" y="4973"/>
                          <a:pt x="7387" y="3683"/>
                        </a:cubicBezTo>
                        <a:cubicBezTo>
                          <a:pt x="7116" y="1944"/>
                          <a:pt x="8287" y="313"/>
                          <a:pt x="10001" y="39"/>
                        </a:cubicBezTo>
                        <a:cubicBezTo>
                          <a:pt x="11640" y="-223"/>
                          <a:pt x="13197" y="852"/>
                          <a:pt x="13557" y="2495"/>
                        </a:cubicBezTo>
                        <a:cubicBezTo>
                          <a:pt x="13920" y="4143"/>
                          <a:pt x="12950" y="5806"/>
                          <a:pt x="11362" y="6258"/>
                        </a:cubicBezTo>
                        <a:cubicBezTo>
                          <a:pt x="11273" y="6283"/>
                          <a:pt x="11180" y="6297"/>
                          <a:pt x="11093" y="6325"/>
                        </a:cubicBezTo>
                        <a:cubicBezTo>
                          <a:pt x="11061" y="6335"/>
                          <a:pt x="11018" y="6376"/>
                          <a:pt x="11018" y="6401"/>
                        </a:cubicBezTo>
                        <a:cubicBezTo>
                          <a:pt x="11013" y="7027"/>
                          <a:pt x="11018" y="7654"/>
                          <a:pt x="11018" y="8289"/>
                        </a:cubicBezTo>
                        <a:lnTo>
                          <a:pt x="11285" y="8358"/>
                        </a:lnTo>
                        <a:cubicBezTo>
                          <a:pt x="11846" y="8502"/>
                          <a:pt x="12354" y="8804"/>
                          <a:pt x="12752" y="9229"/>
                        </a:cubicBezTo>
                        <a:cubicBezTo>
                          <a:pt x="12787" y="9280"/>
                          <a:pt x="12856" y="9292"/>
                          <a:pt x="12906" y="9256"/>
                        </a:cubicBezTo>
                        <a:cubicBezTo>
                          <a:pt x="13923" y="8740"/>
                          <a:pt x="14940" y="8226"/>
                          <a:pt x="15959" y="7713"/>
                        </a:cubicBezTo>
                        <a:cubicBezTo>
                          <a:pt x="16013" y="7696"/>
                          <a:pt x="16044" y="7638"/>
                          <a:pt x="16029" y="7582"/>
                        </a:cubicBezTo>
                        <a:cubicBezTo>
                          <a:pt x="15948" y="6906"/>
                          <a:pt x="16155" y="6333"/>
                          <a:pt x="16669" y="5897"/>
                        </a:cubicBezTo>
                        <a:cubicBezTo>
                          <a:pt x="17211" y="5441"/>
                          <a:pt x="17836" y="5329"/>
                          <a:pt x="18495" y="5587"/>
                        </a:cubicBezTo>
                        <a:cubicBezTo>
                          <a:pt x="19155" y="5846"/>
                          <a:pt x="19558" y="6360"/>
                          <a:pt x="19657" y="7077"/>
                        </a:cubicBezTo>
                        <a:cubicBezTo>
                          <a:pt x="19792" y="8088"/>
                          <a:pt x="19093" y="9019"/>
                          <a:pt x="18096" y="9156"/>
                        </a:cubicBezTo>
                        <a:cubicBezTo>
                          <a:pt x="18055" y="9161"/>
                          <a:pt x="18013" y="9166"/>
                          <a:pt x="17971" y="9168"/>
                        </a:cubicBezTo>
                        <a:cubicBezTo>
                          <a:pt x="17466" y="9211"/>
                          <a:pt x="16967" y="9033"/>
                          <a:pt x="16600" y="8679"/>
                        </a:cubicBezTo>
                        <a:cubicBezTo>
                          <a:pt x="16559" y="8643"/>
                          <a:pt x="16529" y="8609"/>
                          <a:pt x="16463" y="8643"/>
                        </a:cubicBezTo>
                        <a:cubicBezTo>
                          <a:pt x="15456" y="9155"/>
                          <a:pt x="14448" y="9666"/>
                          <a:pt x="13440" y="10174"/>
                        </a:cubicBezTo>
                        <a:cubicBezTo>
                          <a:pt x="13428" y="10180"/>
                          <a:pt x="13416" y="10188"/>
                          <a:pt x="13405" y="10195"/>
                        </a:cubicBezTo>
                        <a:cubicBezTo>
                          <a:pt x="13457" y="10377"/>
                          <a:pt x="13517" y="10554"/>
                          <a:pt x="13559" y="10736"/>
                        </a:cubicBezTo>
                        <a:cubicBezTo>
                          <a:pt x="13722" y="11432"/>
                          <a:pt x="13643" y="12165"/>
                          <a:pt x="13334" y="12808"/>
                        </a:cubicBezTo>
                        <a:cubicBezTo>
                          <a:pt x="13297" y="12888"/>
                          <a:pt x="13306" y="12923"/>
                          <a:pt x="13378" y="12971"/>
                        </a:cubicBezTo>
                        <a:cubicBezTo>
                          <a:pt x="14101" y="13449"/>
                          <a:pt x="14822" y="13930"/>
                          <a:pt x="15541" y="14415"/>
                        </a:cubicBezTo>
                        <a:cubicBezTo>
                          <a:pt x="15592" y="14468"/>
                          <a:pt x="15676" y="14469"/>
                          <a:pt x="15728" y="14417"/>
                        </a:cubicBezTo>
                        <a:cubicBezTo>
                          <a:pt x="15731" y="14413"/>
                          <a:pt x="15735" y="14409"/>
                          <a:pt x="15738" y="14405"/>
                        </a:cubicBezTo>
                        <a:cubicBezTo>
                          <a:pt x="17508" y="12775"/>
                          <a:pt x="20356" y="13676"/>
                          <a:pt x="20904" y="16039"/>
                        </a:cubicBezTo>
                        <a:cubicBezTo>
                          <a:pt x="21314" y="17809"/>
                          <a:pt x="20154" y="19594"/>
                          <a:pt x="18394" y="19900"/>
                        </a:cubicBezTo>
                        <a:cubicBezTo>
                          <a:pt x="16688" y="20209"/>
                          <a:pt x="15057" y="19058"/>
                          <a:pt x="14749" y="17327"/>
                        </a:cubicBezTo>
                        <a:cubicBezTo>
                          <a:pt x="14634" y="16707"/>
                          <a:pt x="14709" y="16067"/>
                          <a:pt x="14962" y="15491"/>
                        </a:cubicBezTo>
                        <a:cubicBezTo>
                          <a:pt x="14983" y="15441"/>
                          <a:pt x="15005" y="15392"/>
                          <a:pt x="15033" y="15329"/>
                        </a:cubicBezTo>
                        <a:lnTo>
                          <a:pt x="12661" y="13749"/>
                        </a:lnTo>
                        <a:cubicBezTo>
                          <a:pt x="12552" y="13838"/>
                          <a:pt x="12446" y="13929"/>
                          <a:pt x="12335" y="14013"/>
                        </a:cubicBezTo>
                        <a:cubicBezTo>
                          <a:pt x="11974" y="14287"/>
                          <a:pt x="11556" y="14475"/>
                          <a:pt x="11114" y="14562"/>
                        </a:cubicBezTo>
                        <a:cubicBezTo>
                          <a:pt x="11031" y="14579"/>
                          <a:pt x="11004" y="14608"/>
                          <a:pt x="11004" y="14694"/>
                        </a:cubicBezTo>
                        <a:cubicBezTo>
                          <a:pt x="11007" y="15643"/>
                          <a:pt x="11007" y="16592"/>
                          <a:pt x="11004" y="17540"/>
                        </a:cubicBezTo>
                        <a:cubicBezTo>
                          <a:pt x="10996" y="17602"/>
                          <a:pt x="11037" y="17659"/>
                          <a:pt x="11096" y="17672"/>
                        </a:cubicBezTo>
                        <a:cubicBezTo>
                          <a:pt x="11715" y="17910"/>
                          <a:pt x="12111" y="18356"/>
                          <a:pt x="12270" y="19006"/>
                        </a:cubicBezTo>
                        <a:cubicBezTo>
                          <a:pt x="12529" y="20075"/>
                          <a:pt x="11754" y="21170"/>
                          <a:pt x="10674" y="21268"/>
                        </a:cubicBezTo>
                        <a:cubicBezTo>
                          <a:pt x="9670" y="21377"/>
                          <a:pt x="8770" y="20640"/>
                          <a:pt x="8662" y="19621"/>
                        </a:cubicBezTo>
                        <a:cubicBezTo>
                          <a:pt x="8574" y="18782"/>
                          <a:pt x="9055" y="17989"/>
                          <a:pt x="9833" y="17690"/>
                        </a:cubicBezTo>
                        <a:cubicBezTo>
                          <a:pt x="9923" y="17671"/>
                          <a:pt x="9983" y="17583"/>
                          <a:pt x="9969" y="17490"/>
                        </a:cubicBezTo>
                        <a:cubicBezTo>
                          <a:pt x="9964" y="16563"/>
                          <a:pt x="9965" y="15636"/>
                          <a:pt x="9969" y="14709"/>
                        </a:cubicBezTo>
                        <a:cubicBezTo>
                          <a:pt x="9969" y="14619"/>
                          <a:pt x="9950" y="14579"/>
                          <a:pt x="9854" y="14557"/>
                        </a:cubicBezTo>
                        <a:cubicBezTo>
                          <a:pt x="9298" y="14445"/>
                          <a:pt x="8783" y="14178"/>
                          <a:pt x="8368" y="13787"/>
                        </a:cubicBezTo>
                        <a:cubicBezTo>
                          <a:pt x="8352" y="13772"/>
                          <a:pt x="8336" y="13759"/>
                          <a:pt x="8312" y="13740"/>
                        </a:cubicBezTo>
                        <a:lnTo>
                          <a:pt x="5949" y="15317"/>
                        </a:lnTo>
                        <a:cubicBezTo>
                          <a:pt x="6369" y="16213"/>
                          <a:pt x="6410" y="17119"/>
                          <a:pt x="6024" y="18029"/>
                        </a:cubicBezTo>
                        <a:cubicBezTo>
                          <a:pt x="5731" y="18726"/>
                          <a:pt x="5198" y="19291"/>
                          <a:pt x="4525" y="19621"/>
                        </a:cubicBezTo>
                        <a:cubicBezTo>
                          <a:pt x="3164" y="20297"/>
                          <a:pt x="1520" y="19891"/>
                          <a:pt x="619" y="18655"/>
                        </a:cubicBezTo>
                        <a:cubicBezTo>
                          <a:pt x="-286" y="17410"/>
                          <a:pt x="-189" y="15680"/>
                          <a:pt x="847" y="14586"/>
                        </a:cubicBezTo>
                        <a:cubicBezTo>
                          <a:pt x="1455" y="13945"/>
                          <a:pt x="2192" y="13597"/>
                          <a:pt x="3071" y="13574"/>
                        </a:cubicBezTo>
                        <a:cubicBezTo>
                          <a:pt x="3949" y="13552"/>
                          <a:pt x="4695" y="13873"/>
                          <a:pt x="5336" y="14475"/>
                        </a:cubicBezTo>
                        <a:close/>
                        <a:moveTo>
                          <a:pt x="10487" y="5326"/>
                        </a:moveTo>
                        <a:cubicBezTo>
                          <a:pt x="11646" y="5326"/>
                          <a:pt x="12586" y="4372"/>
                          <a:pt x="12586" y="3197"/>
                        </a:cubicBezTo>
                        <a:cubicBezTo>
                          <a:pt x="12586" y="2021"/>
                          <a:pt x="11646" y="1068"/>
                          <a:pt x="10487" y="1068"/>
                        </a:cubicBezTo>
                        <a:cubicBezTo>
                          <a:pt x="9328" y="1068"/>
                          <a:pt x="8388" y="2021"/>
                          <a:pt x="8388" y="3197"/>
                        </a:cubicBezTo>
                        <a:cubicBezTo>
                          <a:pt x="8391" y="4371"/>
                          <a:pt x="9329" y="5323"/>
                          <a:pt x="10487" y="5326"/>
                        </a:cubicBezTo>
                        <a:close/>
                        <a:moveTo>
                          <a:pt x="12593" y="11434"/>
                        </a:moveTo>
                        <a:cubicBezTo>
                          <a:pt x="12587" y="10258"/>
                          <a:pt x="11642" y="9311"/>
                          <a:pt x="10483" y="9317"/>
                        </a:cubicBezTo>
                        <a:cubicBezTo>
                          <a:pt x="9323" y="9324"/>
                          <a:pt x="8389" y="10282"/>
                          <a:pt x="8396" y="11458"/>
                        </a:cubicBezTo>
                        <a:cubicBezTo>
                          <a:pt x="8402" y="12634"/>
                          <a:pt x="9347" y="13582"/>
                          <a:pt x="10506" y="13575"/>
                        </a:cubicBezTo>
                        <a:cubicBezTo>
                          <a:pt x="10527" y="13575"/>
                          <a:pt x="10548" y="13574"/>
                          <a:pt x="10569" y="13574"/>
                        </a:cubicBezTo>
                        <a:cubicBezTo>
                          <a:pt x="11699" y="13522"/>
                          <a:pt x="12589" y="12578"/>
                          <a:pt x="12590" y="11430"/>
                        </a:cubicBezTo>
                        <a:close/>
                        <a:moveTo>
                          <a:pt x="17854" y="14635"/>
                        </a:moveTo>
                        <a:cubicBezTo>
                          <a:pt x="16747" y="14609"/>
                          <a:pt x="15764" y="15553"/>
                          <a:pt x="15737" y="16667"/>
                        </a:cubicBezTo>
                        <a:cubicBezTo>
                          <a:pt x="15708" y="17895"/>
                          <a:pt x="16610" y="18866"/>
                          <a:pt x="17809" y="18898"/>
                        </a:cubicBezTo>
                        <a:cubicBezTo>
                          <a:pt x="18934" y="18927"/>
                          <a:pt x="19908" y="17978"/>
                          <a:pt x="19939" y="16832"/>
                        </a:cubicBezTo>
                        <a:cubicBezTo>
                          <a:pt x="19974" y="15652"/>
                          <a:pt x="19058" y="14667"/>
                          <a:pt x="17895" y="14632"/>
                        </a:cubicBezTo>
                        <a:cubicBezTo>
                          <a:pt x="17880" y="14632"/>
                          <a:pt x="17865" y="14631"/>
                          <a:pt x="17850" y="14631"/>
                        </a:cubicBezTo>
                        <a:close/>
                        <a:moveTo>
                          <a:pt x="3144" y="14635"/>
                        </a:moveTo>
                        <a:cubicBezTo>
                          <a:pt x="1981" y="14638"/>
                          <a:pt x="1041" y="15595"/>
                          <a:pt x="1044" y="16774"/>
                        </a:cubicBezTo>
                        <a:cubicBezTo>
                          <a:pt x="1044" y="16789"/>
                          <a:pt x="1044" y="16803"/>
                          <a:pt x="1045" y="16817"/>
                        </a:cubicBezTo>
                        <a:cubicBezTo>
                          <a:pt x="1055" y="17948"/>
                          <a:pt x="2027" y="18907"/>
                          <a:pt x="3151" y="18899"/>
                        </a:cubicBezTo>
                        <a:cubicBezTo>
                          <a:pt x="4312" y="18897"/>
                          <a:pt x="5251" y="17941"/>
                          <a:pt x="5249" y="16763"/>
                        </a:cubicBezTo>
                        <a:cubicBezTo>
                          <a:pt x="5247" y="15586"/>
                          <a:pt x="4304" y="14633"/>
                          <a:pt x="3144" y="14635"/>
                        </a:cubicBezTo>
                        <a:close/>
                        <a:moveTo>
                          <a:pt x="17046" y="7313"/>
                        </a:moveTo>
                        <a:cubicBezTo>
                          <a:pt x="17041" y="7757"/>
                          <a:pt x="17392" y="8120"/>
                          <a:pt x="17830" y="8125"/>
                        </a:cubicBezTo>
                        <a:cubicBezTo>
                          <a:pt x="18267" y="8130"/>
                          <a:pt x="18626" y="7774"/>
                          <a:pt x="18630" y="7330"/>
                        </a:cubicBezTo>
                        <a:cubicBezTo>
                          <a:pt x="18635" y="6886"/>
                          <a:pt x="18284" y="6522"/>
                          <a:pt x="17846" y="6518"/>
                        </a:cubicBezTo>
                        <a:cubicBezTo>
                          <a:pt x="17845" y="6518"/>
                          <a:pt x="17844" y="6518"/>
                          <a:pt x="17843" y="6518"/>
                        </a:cubicBezTo>
                        <a:cubicBezTo>
                          <a:pt x="17408" y="6516"/>
                          <a:pt x="17052" y="6868"/>
                          <a:pt x="17042" y="7309"/>
                        </a:cubicBezTo>
                        <a:close/>
                        <a:moveTo>
                          <a:pt x="10487" y="18622"/>
                        </a:moveTo>
                        <a:cubicBezTo>
                          <a:pt x="10051" y="18624"/>
                          <a:pt x="9698" y="18984"/>
                          <a:pt x="9700" y="19427"/>
                        </a:cubicBezTo>
                        <a:cubicBezTo>
                          <a:pt x="9702" y="19869"/>
                          <a:pt x="10057" y="20227"/>
                          <a:pt x="10493" y="20225"/>
                        </a:cubicBezTo>
                        <a:cubicBezTo>
                          <a:pt x="10929" y="20223"/>
                          <a:pt x="11281" y="19864"/>
                          <a:pt x="11280" y="19421"/>
                        </a:cubicBezTo>
                        <a:cubicBezTo>
                          <a:pt x="11277" y="18979"/>
                          <a:pt x="10923" y="18623"/>
                          <a:pt x="10487" y="18622"/>
                        </a:cubicBezTo>
                        <a:close/>
                        <a:moveTo>
                          <a:pt x="3934" y="7320"/>
                        </a:moveTo>
                        <a:cubicBezTo>
                          <a:pt x="3936" y="6877"/>
                          <a:pt x="3583" y="6515"/>
                          <a:pt x="3146" y="6513"/>
                        </a:cubicBezTo>
                        <a:cubicBezTo>
                          <a:pt x="2709" y="6511"/>
                          <a:pt x="2353" y="6869"/>
                          <a:pt x="2350" y="7312"/>
                        </a:cubicBezTo>
                        <a:cubicBezTo>
                          <a:pt x="2348" y="7756"/>
                          <a:pt x="2701" y="8117"/>
                          <a:pt x="3138" y="8119"/>
                        </a:cubicBezTo>
                        <a:cubicBezTo>
                          <a:pt x="3139" y="8119"/>
                          <a:pt x="3140" y="8119"/>
                          <a:pt x="3141" y="8119"/>
                        </a:cubicBezTo>
                        <a:cubicBezTo>
                          <a:pt x="3608" y="8117"/>
                          <a:pt x="3913" y="7736"/>
                          <a:pt x="3934" y="7320"/>
                        </a:cubicBezTo>
                        <a:close/>
                      </a:path>
                    </a:pathLst>
                  </a:custGeom>
                  <a:solidFill>
                    <a:srgbClr val="9CA9E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endParaRPr sz="1800"/>
                  </a:p>
                </p:txBody>
              </p:sp>
            </p:grpSp>
          </p:grpSp>
        </p:grpSp>
      </p:grpSp>
      <p:grpSp>
        <p:nvGrpSpPr>
          <p:cNvPr id="9" name="组合 8"/>
          <p:cNvGrpSpPr/>
          <p:nvPr/>
        </p:nvGrpSpPr>
        <p:grpSpPr>
          <a:xfrm>
            <a:off x="4244975" y="6675755"/>
            <a:ext cx="16534765" cy="2773680"/>
            <a:chOff x="7570" y="8299"/>
            <a:chExt cx="20555" cy="3448"/>
          </a:xfrm>
        </p:grpSpPr>
        <p:grpSp>
          <p:nvGrpSpPr>
            <p:cNvPr id="885" name="成组"/>
            <p:cNvGrpSpPr/>
            <p:nvPr/>
          </p:nvGrpSpPr>
          <p:grpSpPr>
            <a:xfrm>
              <a:off x="7570" y="8299"/>
              <a:ext cx="4448" cy="3450"/>
              <a:chOff x="0" y="0"/>
              <a:chExt cx="5930900" cy="4600375"/>
            </a:xfrm>
          </p:grpSpPr>
          <p:sp>
            <p:nvSpPr>
              <p:cNvPr id="874" name="圆角矩形"/>
              <p:cNvSpPr/>
              <p:nvPr/>
            </p:nvSpPr>
            <p:spPr>
              <a:xfrm>
                <a:off x="0" y="0"/>
                <a:ext cx="5930900" cy="1202433"/>
              </a:xfrm>
              <a:prstGeom prst="roundRect">
                <a:avLst>
                  <a:gd name="adj" fmla="val 10673"/>
                </a:avLst>
              </a:prstGeom>
              <a:solidFill>
                <a:srgbClr val="6B7CE6"/>
              </a:solidFill>
              <a:ln w="12700" cap="flat">
                <a:noFill/>
                <a:miter lim="400000"/>
              </a:ln>
              <a:effectLst>
                <a:outerShdw blurRad="381000" dist="196698" dir="5400000" rotWithShape="0">
                  <a:srgbClr val="FFFFFF">
                    <a:alpha val="64404"/>
                  </a:srgbClr>
                </a:outerShdw>
              </a:effectLst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grpSp>
            <p:nvGrpSpPr>
              <p:cNvPr id="883" name="成组"/>
              <p:cNvGrpSpPr/>
              <p:nvPr/>
            </p:nvGrpSpPr>
            <p:grpSpPr>
              <a:xfrm>
                <a:off x="0" y="1478369"/>
                <a:ext cx="5924674" cy="3122006"/>
                <a:chOff x="0" y="0"/>
                <a:chExt cx="5924673" cy="3122005"/>
              </a:xfrm>
            </p:grpSpPr>
            <p:sp>
              <p:nvSpPr>
                <p:cNvPr id="875" name="圆角矩形"/>
                <p:cNvSpPr/>
                <p:nvPr/>
              </p:nvSpPr>
              <p:spPr>
                <a:xfrm>
                  <a:off x="0" y="0"/>
                  <a:ext cx="5924673" cy="1498600"/>
                </a:xfrm>
                <a:prstGeom prst="roundRect">
                  <a:avLst>
                    <a:gd name="adj" fmla="val 8898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876" name="圆角矩形"/>
                <p:cNvSpPr/>
                <p:nvPr/>
              </p:nvSpPr>
              <p:spPr>
                <a:xfrm>
                  <a:off x="0" y="1625494"/>
                  <a:ext cx="5924673" cy="1496511"/>
                </a:xfrm>
                <a:prstGeom prst="roundRect">
                  <a:avLst>
                    <a:gd name="adj" fmla="val 8592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877" name="圆角矩形"/>
                <p:cNvSpPr/>
                <p:nvPr/>
              </p:nvSpPr>
              <p:spPr>
                <a:xfrm>
                  <a:off x="337608" y="2024500"/>
                  <a:ext cx="698502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878" name="形状"/>
                <p:cNvSpPr/>
                <p:nvPr/>
              </p:nvSpPr>
              <p:spPr>
                <a:xfrm>
                  <a:off x="457438" y="2156275"/>
                  <a:ext cx="458839" cy="4349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876" extrusionOk="0">
                      <a:moveTo>
                        <a:pt x="0" y="17489"/>
                      </a:moveTo>
                      <a:cubicBezTo>
                        <a:pt x="152" y="17117"/>
                        <a:pt x="272" y="16722"/>
                        <a:pt x="473" y="16379"/>
                      </a:cubicBezTo>
                      <a:cubicBezTo>
                        <a:pt x="802" y="15818"/>
                        <a:pt x="1310" y="15457"/>
                        <a:pt x="1909" y="15216"/>
                      </a:cubicBezTo>
                      <a:cubicBezTo>
                        <a:pt x="2101" y="15137"/>
                        <a:pt x="2257" y="14989"/>
                        <a:pt x="2348" y="14800"/>
                      </a:cubicBezTo>
                      <a:cubicBezTo>
                        <a:pt x="3641" y="11395"/>
                        <a:pt x="6151" y="9604"/>
                        <a:pt x="9620" y="9106"/>
                      </a:cubicBezTo>
                      <a:cubicBezTo>
                        <a:pt x="10039" y="9046"/>
                        <a:pt x="10120" y="8915"/>
                        <a:pt x="10126" y="8513"/>
                      </a:cubicBezTo>
                      <a:cubicBezTo>
                        <a:pt x="10134" y="8039"/>
                        <a:pt x="10028" y="7815"/>
                        <a:pt x="9537" y="7667"/>
                      </a:cubicBezTo>
                      <a:cubicBezTo>
                        <a:pt x="7976" y="7193"/>
                        <a:pt x="6875" y="5543"/>
                        <a:pt x="6936" y="3882"/>
                      </a:cubicBezTo>
                      <a:cubicBezTo>
                        <a:pt x="6997" y="2087"/>
                        <a:pt x="8144" y="578"/>
                        <a:pt x="9782" y="135"/>
                      </a:cubicBezTo>
                      <a:cubicBezTo>
                        <a:pt x="11456" y="-317"/>
                        <a:pt x="13222" y="395"/>
                        <a:pt x="14104" y="1877"/>
                      </a:cubicBezTo>
                      <a:cubicBezTo>
                        <a:pt x="15432" y="4109"/>
                        <a:pt x="14370" y="6989"/>
                        <a:pt x="11925" y="7728"/>
                      </a:cubicBezTo>
                      <a:cubicBezTo>
                        <a:pt x="11564" y="7837"/>
                        <a:pt x="11414" y="7973"/>
                        <a:pt x="11469" y="8353"/>
                      </a:cubicBezTo>
                      <a:cubicBezTo>
                        <a:pt x="11498" y="8560"/>
                        <a:pt x="11474" y="8773"/>
                        <a:pt x="11474" y="9013"/>
                      </a:cubicBezTo>
                      <a:cubicBezTo>
                        <a:pt x="11800" y="9067"/>
                        <a:pt x="12098" y="9109"/>
                        <a:pt x="12393" y="9168"/>
                      </a:cubicBezTo>
                      <a:cubicBezTo>
                        <a:pt x="15676" y="9794"/>
                        <a:pt x="18035" y="11577"/>
                        <a:pt x="19228" y="14829"/>
                      </a:cubicBezTo>
                      <a:cubicBezTo>
                        <a:pt x="19286" y="14979"/>
                        <a:pt x="19399" y="15099"/>
                        <a:pt x="19543" y="15166"/>
                      </a:cubicBezTo>
                      <a:cubicBezTo>
                        <a:pt x="20582" y="15524"/>
                        <a:pt x="21257" y="16217"/>
                        <a:pt x="21530" y="17307"/>
                      </a:cubicBezTo>
                      <a:cubicBezTo>
                        <a:pt x="21539" y="17345"/>
                        <a:pt x="21576" y="17374"/>
                        <a:pt x="21600" y="17407"/>
                      </a:cubicBezTo>
                      <a:lnTo>
                        <a:pt x="21600" y="18508"/>
                      </a:lnTo>
                      <a:cubicBezTo>
                        <a:pt x="21561" y="18593"/>
                        <a:pt x="21526" y="18681"/>
                        <a:pt x="21495" y="18770"/>
                      </a:cubicBezTo>
                      <a:cubicBezTo>
                        <a:pt x="21158" y="19926"/>
                        <a:pt x="20163" y="20754"/>
                        <a:pt x="18985" y="20860"/>
                      </a:cubicBezTo>
                      <a:cubicBezTo>
                        <a:pt x="17800" y="20950"/>
                        <a:pt x="16651" y="20232"/>
                        <a:pt x="16160" y="19095"/>
                      </a:cubicBezTo>
                      <a:cubicBezTo>
                        <a:pt x="15690" y="17984"/>
                        <a:pt x="15959" y="16691"/>
                        <a:pt x="16832" y="15871"/>
                      </a:cubicBezTo>
                      <a:cubicBezTo>
                        <a:pt x="17136" y="15592"/>
                        <a:pt x="17502" y="15388"/>
                        <a:pt x="17845" y="15146"/>
                      </a:cubicBezTo>
                      <a:cubicBezTo>
                        <a:pt x="17008" y="12459"/>
                        <a:pt x="14276" y="10638"/>
                        <a:pt x="11482" y="10485"/>
                      </a:cubicBezTo>
                      <a:lnTo>
                        <a:pt x="11482" y="10943"/>
                      </a:lnTo>
                      <a:cubicBezTo>
                        <a:pt x="11482" y="12199"/>
                        <a:pt x="11493" y="13455"/>
                        <a:pt x="11474" y="14710"/>
                      </a:cubicBezTo>
                      <a:cubicBezTo>
                        <a:pt x="11469" y="15021"/>
                        <a:pt x="11545" y="15168"/>
                        <a:pt x="11850" y="15286"/>
                      </a:cubicBezTo>
                      <a:cubicBezTo>
                        <a:pt x="13167" y="15797"/>
                        <a:pt x="13859" y="17180"/>
                        <a:pt x="13556" y="18620"/>
                      </a:cubicBezTo>
                      <a:cubicBezTo>
                        <a:pt x="13273" y="19953"/>
                        <a:pt x="12015" y="20930"/>
                        <a:pt x="10665" y="20869"/>
                      </a:cubicBezTo>
                      <a:cubicBezTo>
                        <a:pt x="9366" y="20808"/>
                        <a:pt x="8248" y="19800"/>
                        <a:pt x="8008" y="18477"/>
                      </a:cubicBezTo>
                      <a:cubicBezTo>
                        <a:pt x="7766" y="17149"/>
                        <a:pt x="8469" y="15829"/>
                        <a:pt x="9693" y="15311"/>
                      </a:cubicBezTo>
                      <a:cubicBezTo>
                        <a:pt x="10040" y="15168"/>
                        <a:pt x="10130" y="14994"/>
                        <a:pt x="10123" y="14634"/>
                      </a:cubicBezTo>
                      <a:cubicBezTo>
                        <a:pt x="10100" y="13393"/>
                        <a:pt x="10115" y="12152"/>
                        <a:pt x="10115" y="10912"/>
                      </a:cubicBezTo>
                      <a:lnTo>
                        <a:pt x="10115" y="10501"/>
                      </a:lnTo>
                      <a:cubicBezTo>
                        <a:pt x="7606" y="10345"/>
                        <a:pt x="4198" y="12870"/>
                        <a:pt x="3737" y="15203"/>
                      </a:cubicBezTo>
                      <a:cubicBezTo>
                        <a:pt x="3859" y="15260"/>
                        <a:pt x="3985" y="15315"/>
                        <a:pt x="4108" y="15378"/>
                      </a:cubicBezTo>
                      <a:cubicBezTo>
                        <a:pt x="5519" y="16074"/>
                        <a:pt x="6109" y="17804"/>
                        <a:pt x="5427" y="19242"/>
                      </a:cubicBezTo>
                      <a:cubicBezTo>
                        <a:pt x="4744" y="20681"/>
                        <a:pt x="3047" y="21283"/>
                        <a:pt x="1637" y="20587"/>
                      </a:cubicBezTo>
                      <a:cubicBezTo>
                        <a:pt x="1500" y="20520"/>
                        <a:pt x="1368" y="20441"/>
                        <a:pt x="1244" y="20352"/>
                      </a:cubicBezTo>
                      <a:cubicBezTo>
                        <a:pt x="559" y="19887"/>
                        <a:pt x="229" y="19189"/>
                        <a:pt x="0" y="18422"/>
                      </a:cubicBezTo>
                      <a:close/>
                      <a:moveTo>
                        <a:pt x="10808" y="6497"/>
                      </a:moveTo>
                      <a:cubicBezTo>
                        <a:pt x="12158" y="6503"/>
                        <a:pt x="13292" y="5380"/>
                        <a:pt x="13302" y="4027"/>
                      </a:cubicBezTo>
                      <a:cubicBezTo>
                        <a:pt x="13314" y="2544"/>
                        <a:pt x="12232" y="1415"/>
                        <a:pt x="10792" y="1402"/>
                      </a:cubicBezTo>
                      <a:cubicBezTo>
                        <a:pt x="9478" y="1391"/>
                        <a:pt x="8324" y="2554"/>
                        <a:pt x="8311" y="3900"/>
                      </a:cubicBezTo>
                      <a:cubicBezTo>
                        <a:pt x="8282" y="5304"/>
                        <a:pt x="9376" y="6467"/>
                        <a:pt x="10753" y="6496"/>
                      </a:cubicBezTo>
                      <a:cubicBezTo>
                        <a:pt x="10771" y="6497"/>
                        <a:pt x="10790" y="6497"/>
                        <a:pt x="10808" y="6497"/>
                      </a:cubicBezTo>
                      <a:close/>
                      <a:moveTo>
                        <a:pt x="18749" y="19447"/>
                      </a:moveTo>
                      <a:cubicBezTo>
                        <a:pt x="19556" y="19456"/>
                        <a:pt x="20218" y="18796"/>
                        <a:pt x="20226" y="17974"/>
                      </a:cubicBezTo>
                      <a:cubicBezTo>
                        <a:pt x="20235" y="17151"/>
                        <a:pt x="19588" y="16477"/>
                        <a:pt x="18781" y="16468"/>
                      </a:cubicBezTo>
                      <a:cubicBezTo>
                        <a:pt x="17974" y="16459"/>
                        <a:pt x="17313" y="17118"/>
                        <a:pt x="17304" y="17941"/>
                      </a:cubicBezTo>
                      <a:cubicBezTo>
                        <a:pt x="17304" y="17947"/>
                        <a:pt x="17304" y="17952"/>
                        <a:pt x="17304" y="17957"/>
                      </a:cubicBezTo>
                      <a:cubicBezTo>
                        <a:pt x="17296" y="18751"/>
                        <a:pt x="17974" y="19449"/>
                        <a:pt x="18749" y="19449"/>
                      </a:cubicBezTo>
                      <a:close/>
                      <a:moveTo>
                        <a:pt x="10772" y="19443"/>
                      </a:moveTo>
                      <a:cubicBezTo>
                        <a:pt x="11578" y="19451"/>
                        <a:pt x="12239" y="18791"/>
                        <a:pt x="12247" y="17969"/>
                      </a:cubicBezTo>
                      <a:cubicBezTo>
                        <a:pt x="12255" y="17147"/>
                        <a:pt x="11607" y="16474"/>
                        <a:pt x="10801" y="16465"/>
                      </a:cubicBezTo>
                      <a:cubicBezTo>
                        <a:pt x="10006" y="16457"/>
                        <a:pt x="9350" y="17100"/>
                        <a:pt x="9327" y="17910"/>
                      </a:cubicBezTo>
                      <a:cubicBezTo>
                        <a:pt x="9307" y="18737"/>
                        <a:pt x="9948" y="19424"/>
                        <a:pt x="10759" y="19445"/>
                      </a:cubicBezTo>
                      <a:cubicBezTo>
                        <a:pt x="10763" y="19445"/>
                        <a:pt x="10768" y="19445"/>
                        <a:pt x="10772" y="19445"/>
                      </a:cubicBezTo>
                      <a:close/>
                      <a:moveTo>
                        <a:pt x="2847" y="16463"/>
                      </a:moveTo>
                      <a:cubicBezTo>
                        <a:pt x="2032" y="16468"/>
                        <a:pt x="1375" y="17145"/>
                        <a:pt x="1380" y="17975"/>
                      </a:cubicBezTo>
                      <a:cubicBezTo>
                        <a:pt x="1405" y="18798"/>
                        <a:pt x="2080" y="19445"/>
                        <a:pt x="2888" y="19419"/>
                      </a:cubicBezTo>
                      <a:cubicBezTo>
                        <a:pt x="3673" y="19393"/>
                        <a:pt x="4299" y="18739"/>
                        <a:pt x="4304" y="17938"/>
                      </a:cubicBezTo>
                      <a:cubicBezTo>
                        <a:pt x="4291" y="17125"/>
                        <a:pt x="3644" y="16471"/>
                        <a:pt x="2847" y="16465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  <p:sp>
              <p:nvSpPr>
                <p:cNvPr id="879" name="圆角矩形"/>
                <p:cNvSpPr/>
                <p:nvPr/>
              </p:nvSpPr>
              <p:spPr>
                <a:xfrm>
                  <a:off x="337608" y="403629"/>
                  <a:ext cx="698502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880" name="形状"/>
                <p:cNvSpPr/>
                <p:nvPr/>
              </p:nvSpPr>
              <p:spPr>
                <a:xfrm>
                  <a:off x="482745" y="539943"/>
                  <a:ext cx="408229" cy="4258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9" h="21492" extrusionOk="0">
                      <a:moveTo>
                        <a:pt x="19460" y="55"/>
                      </a:moveTo>
                      <a:cubicBezTo>
                        <a:pt x="19287" y="-22"/>
                        <a:pt x="19083" y="-18"/>
                        <a:pt x="18859" y="68"/>
                      </a:cubicBezTo>
                      <a:cubicBezTo>
                        <a:pt x="17755" y="492"/>
                        <a:pt x="16656" y="929"/>
                        <a:pt x="15560" y="1367"/>
                      </a:cubicBezTo>
                      <a:cubicBezTo>
                        <a:pt x="15240" y="1495"/>
                        <a:pt x="15033" y="1699"/>
                        <a:pt x="15039" y="2055"/>
                      </a:cubicBezTo>
                      <a:cubicBezTo>
                        <a:pt x="15045" y="2411"/>
                        <a:pt x="15245" y="2645"/>
                        <a:pt x="15587" y="2781"/>
                      </a:cubicBezTo>
                      <a:cubicBezTo>
                        <a:pt x="15979" y="2939"/>
                        <a:pt x="16374" y="3115"/>
                        <a:pt x="16762" y="3278"/>
                      </a:cubicBezTo>
                      <a:cubicBezTo>
                        <a:pt x="16749" y="3329"/>
                        <a:pt x="16729" y="3370"/>
                        <a:pt x="16709" y="3418"/>
                      </a:cubicBezTo>
                      <a:cubicBezTo>
                        <a:pt x="16663" y="3499"/>
                        <a:pt x="16613" y="3579"/>
                        <a:pt x="16562" y="3660"/>
                      </a:cubicBezTo>
                      <a:cubicBezTo>
                        <a:pt x="15079" y="5920"/>
                        <a:pt x="13090" y="7684"/>
                        <a:pt x="10752" y="9113"/>
                      </a:cubicBezTo>
                      <a:cubicBezTo>
                        <a:pt x="7863" y="10877"/>
                        <a:pt x="4694" y="11942"/>
                        <a:pt x="1349" y="12566"/>
                      </a:cubicBezTo>
                      <a:cubicBezTo>
                        <a:pt x="718" y="12683"/>
                        <a:pt x="347" y="13129"/>
                        <a:pt x="454" y="13648"/>
                      </a:cubicBezTo>
                      <a:cubicBezTo>
                        <a:pt x="565" y="14191"/>
                        <a:pt x="1099" y="14473"/>
                        <a:pt x="1736" y="14336"/>
                      </a:cubicBezTo>
                      <a:cubicBezTo>
                        <a:pt x="3907" y="13857"/>
                        <a:pt x="6037" y="13243"/>
                        <a:pt x="8121" y="12489"/>
                      </a:cubicBezTo>
                      <a:cubicBezTo>
                        <a:pt x="11882" y="11154"/>
                        <a:pt x="14920" y="8884"/>
                        <a:pt x="17457" y="5966"/>
                      </a:cubicBezTo>
                      <a:cubicBezTo>
                        <a:pt x="17937" y="5414"/>
                        <a:pt x="18302" y="4767"/>
                        <a:pt x="18739" y="4132"/>
                      </a:cubicBezTo>
                      <a:lnTo>
                        <a:pt x="20034" y="4667"/>
                      </a:lnTo>
                      <a:cubicBezTo>
                        <a:pt x="20345" y="4799"/>
                        <a:pt x="20627" y="4772"/>
                        <a:pt x="20876" y="4552"/>
                      </a:cubicBezTo>
                      <a:cubicBezTo>
                        <a:pt x="21103" y="4363"/>
                        <a:pt x="21176" y="4054"/>
                        <a:pt x="21063" y="3788"/>
                      </a:cubicBezTo>
                      <a:cubicBezTo>
                        <a:pt x="20664" y="2690"/>
                        <a:pt x="20272" y="1594"/>
                        <a:pt x="19861" y="501"/>
                      </a:cubicBezTo>
                      <a:cubicBezTo>
                        <a:pt x="19779" y="283"/>
                        <a:pt x="19634" y="132"/>
                        <a:pt x="19460" y="55"/>
                      </a:cubicBezTo>
                      <a:close/>
                      <a:moveTo>
                        <a:pt x="20462" y="5890"/>
                      </a:moveTo>
                      <a:cubicBezTo>
                        <a:pt x="19776" y="5887"/>
                        <a:pt x="19300" y="6350"/>
                        <a:pt x="19300" y="7062"/>
                      </a:cubicBezTo>
                      <a:cubicBezTo>
                        <a:pt x="19295" y="11458"/>
                        <a:pt x="19295" y="15864"/>
                        <a:pt x="19300" y="20260"/>
                      </a:cubicBezTo>
                      <a:cubicBezTo>
                        <a:pt x="19301" y="21002"/>
                        <a:pt x="19767" y="21487"/>
                        <a:pt x="20462" y="21484"/>
                      </a:cubicBezTo>
                      <a:cubicBezTo>
                        <a:pt x="21157" y="21480"/>
                        <a:pt x="21597" y="20992"/>
                        <a:pt x="21597" y="20235"/>
                      </a:cubicBezTo>
                      <a:cubicBezTo>
                        <a:pt x="21597" y="18043"/>
                        <a:pt x="21597" y="15853"/>
                        <a:pt x="21597" y="13661"/>
                      </a:cubicBezTo>
                      <a:cubicBezTo>
                        <a:pt x="21598" y="11470"/>
                        <a:pt x="21600" y="9277"/>
                        <a:pt x="21597" y="7087"/>
                      </a:cubicBezTo>
                      <a:cubicBezTo>
                        <a:pt x="21596" y="6358"/>
                        <a:pt x="21147" y="5893"/>
                        <a:pt x="20462" y="5890"/>
                      </a:cubicBezTo>
                      <a:close/>
                      <a:moveTo>
                        <a:pt x="15573" y="10425"/>
                      </a:moveTo>
                      <a:cubicBezTo>
                        <a:pt x="14931" y="10434"/>
                        <a:pt x="14438" y="10899"/>
                        <a:pt x="14438" y="11559"/>
                      </a:cubicBezTo>
                      <a:cubicBezTo>
                        <a:pt x="14431" y="14493"/>
                        <a:pt x="14431" y="17427"/>
                        <a:pt x="14452" y="20362"/>
                      </a:cubicBezTo>
                      <a:cubicBezTo>
                        <a:pt x="14470" y="20635"/>
                        <a:pt x="14569" y="20898"/>
                        <a:pt x="14745" y="21114"/>
                      </a:cubicBezTo>
                      <a:cubicBezTo>
                        <a:pt x="15032" y="21479"/>
                        <a:pt x="15560" y="21578"/>
                        <a:pt x="15988" y="21420"/>
                      </a:cubicBezTo>
                      <a:cubicBezTo>
                        <a:pt x="16467" y="21244"/>
                        <a:pt x="16735" y="20836"/>
                        <a:pt x="16735" y="20286"/>
                      </a:cubicBezTo>
                      <a:cubicBezTo>
                        <a:pt x="16735" y="18832"/>
                        <a:pt x="16735" y="17382"/>
                        <a:pt x="16735" y="15929"/>
                      </a:cubicBezTo>
                      <a:cubicBezTo>
                        <a:pt x="16735" y="14476"/>
                        <a:pt x="16747" y="13025"/>
                        <a:pt x="16735" y="11572"/>
                      </a:cubicBezTo>
                      <a:cubicBezTo>
                        <a:pt x="16729" y="10889"/>
                        <a:pt x="16232" y="10415"/>
                        <a:pt x="15573" y="10425"/>
                      </a:cubicBezTo>
                      <a:close/>
                      <a:moveTo>
                        <a:pt x="10859" y="13547"/>
                      </a:moveTo>
                      <a:cubicBezTo>
                        <a:pt x="10177" y="13542"/>
                        <a:pt x="9697" y="14040"/>
                        <a:pt x="9697" y="14770"/>
                      </a:cubicBezTo>
                      <a:cubicBezTo>
                        <a:pt x="9692" y="16618"/>
                        <a:pt x="9692" y="18463"/>
                        <a:pt x="9697" y="20311"/>
                      </a:cubicBezTo>
                      <a:cubicBezTo>
                        <a:pt x="9698" y="20995"/>
                        <a:pt x="10174" y="21484"/>
                        <a:pt x="10819" y="21484"/>
                      </a:cubicBezTo>
                      <a:cubicBezTo>
                        <a:pt x="11500" y="21486"/>
                        <a:pt x="11974" y="21017"/>
                        <a:pt x="11981" y="20311"/>
                      </a:cubicBezTo>
                      <a:cubicBezTo>
                        <a:pt x="11988" y="19375"/>
                        <a:pt x="11981" y="18433"/>
                        <a:pt x="11981" y="17496"/>
                      </a:cubicBezTo>
                      <a:lnTo>
                        <a:pt x="11994" y="17496"/>
                      </a:lnTo>
                      <a:cubicBezTo>
                        <a:pt x="11994" y="16586"/>
                        <a:pt x="11994" y="15668"/>
                        <a:pt x="11994" y="14757"/>
                      </a:cubicBezTo>
                      <a:cubicBezTo>
                        <a:pt x="11991" y="14047"/>
                        <a:pt x="11517" y="13551"/>
                        <a:pt x="10859" y="13547"/>
                      </a:cubicBezTo>
                      <a:close/>
                      <a:moveTo>
                        <a:pt x="5957" y="15712"/>
                      </a:moveTo>
                      <a:cubicBezTo>
                        <a:pt x="5307" y="15716"/>
                        <a:pt x="4828" y="16181"/>
                        <a:pt x="4822" y="16833"/>
                      </a:cubicBezTo>
                      <a:cubicBezTo>
                        <a:pt x="4810" y="17982"/>
                        <a:pt x="4810" y="19126"/>
                        <a:pt x="4822" y="20273"/>
                      </a:cubicBezTo>
                      <a:cubicBezTo>
                        <a:pt x="4829" y="21009"/>
                        <a:pt x="5266" y="21463"/>
                        <a:pt x="5957" y="21471"/>
                      </a:cubicBezTo>
                      <a:cubicBezTo>
                        <a:pt x="6648" y="21478"/>
                        <a:pt x="7101" y="21015"/>
                        <a:pt x="7119" y="20260"/>
                      </a:cubicBezTo>
                      <a:cubicBezTo>
                        <a:pt x="7130" y="19707"/>
                        <a:pt x="7119" y="19158"/>
                        <a:pt x="7119" y="18604"/>
                      </a:cubicBezTo>
                      <a:cubicBezTo>
                        <a:pt x="7119" y="18011"/>
                        <a:pt x="7134" y="17413"/>
                        <a:pt x="7119" y="16821"/>
                      </a:cubicBezTo>
                      <a:cubicBezTo>
                        <a:pt x="7102" y="16180"/>
                        <a:pt x="6607" y="15708"/>
                        <a:pt x="5957" y="15712"/>
                      </a:cubicBezTo>
                      <a:close/>
                      <a:moveTo>
                        <a:pt x="1389" y="17776"/>
                      </a:moveTo>
                      <a:cubicBezTo>
                        <a:pt x="858" y="17678"/>
                        <a:pt x="377" y="17915"/>
                        <a:pt x="120" y="18388"/>
                      </a:cubicBezTo>
                      <a:cubicBezTo>
                        <a:pt x="87" y="18456"/>
                        <a:pt x="39" y="18524"/>
                        <a:pt x="0" y="18592"/>
                      </a:cubicBezTo>
                      <a:lnTo>
                        <a:pt x="0" y="20643"/>
                      </a:lnTo>
                      <a:lnTo>
                        <a:pt x="134" y="20885"/>
                      </a:lnTo>
                      <a:cubicBezTo>
                        <a:pt x="372" y="21319"/>
                        <a:pt x="884" y="21549"/>
                        <a:pt x="1389" y="21458"/>
                      </a:cubicBezTo>
                      <a:cubicBezTo>
                        <a:pt x="1895" y="21363"/>
                        <a:pt x="2273" y="20968"/>
                        <a:pt x="2311" y="20477"/>
                      </a:cubicBezTo>
                      <a:cubicBezTo>
                        <a:pt x="2341" y="19912"/>
                        <a:pt x="2341" y="19335"/>
                        <a:pt x="2311" y="18770"/>
                      </a:cubicBezTo>
                      <a:cubicBezTo>
                        <a:pt x="2281" y="18277"/>
                        <a:pt x="1898" y="17866"/>
                        <a:pt x="1389" y="17776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  <p:sp>
              <p:nvSpPr>
                <p:cNvPr id="881" name="A股量化数据助手"/>
                <p:cNvSpPr/>
                <p:nvPr/>
              </p:nvSpPr>
              <p:spPr>
                <a:xfrm>
                  <a:off x="906411" y="577309"/>
                  <a:ext cx="3976495" cy="42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>
                  <a:lvl1pPr algn="ctr" defTabSz="736600">
                    <a:lnSpc>
                      <a:spcPct val="7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lvl1pPr>
                </a:lstStyle>
                <a:p>
                  <a:r>
                    <a:rPr sz="1905"/>
                    <a:t>A股量化数据助手</a:t>
                  </a:r>
                  <a:endParaRPr sz="1905"/>
                </a:p>
              </p:txBody>
            </p:sp>
            <p:sp>
              <p:nvSpPr>
                <p:cNvPr id="882" name="数据可视化助手"/>
                <p:cNvSpPr/>
                <p:nvPr/>
              </p:nvSpPr>
              <p:spPr>
                <a:xfrm>
                  <a:off x="906919" y="2415540"/>
                  <a:ext cx="3667123" cy="42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>
                  <a:lvl1pPr algn="ctr" defTabSz="736600">
                    <a:lnSpc>
                      <a:spcPct val="7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lvl1pPr>
                </a:lstStyle>
                <a:p>
                  <a:r>
                    <a:rPr sz="1905"/>
                    <a:t>数据可视化助手</a:t>
                  </a:r>
                  <a:endParaRPr sz="1905"/>
                </a:p>
              </p:txBody>
            </p:sp>
          </p:grpSp>
          <p:sp>
            <p:nvSpPr>
              <p:cNvPr id="884" name="数据分析"/>
              <p:cNvSpPr/>
              <p:nvPr/>
            </p:nvSpPr>
            <p:spPr>
              <a:xfrm>
                <a:off x="1389061" y="204744"/>
                <a:ext cx="3152393" cy="89579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defRPr sz="6000">
                    <a:solidFill>
                      <a:srgbClr val="FFFFFF"/>
                    </a:solidFill>
                    <a:latin typeface="Source Han Sans CN Medium" panose="020B0300000000000000" charset="-122"/>
                    <a:ea typeface="Source Han Sans CN Medium" panose="020B0300000000000000" charset="-122"/>
                    <a:cs typeface="Source Han Sans CN Medium" panose="020B0300000000000000" charset="-122"/>
                    <a:sym typeface="Source Han Sans CN Medium" panose="020B0300000000000000" charset="-122"/>
                  </a:defRPr>
                </a:lvl1pPr>
              </a:lstStyle>
              <a:p>
                <a:r>
                  <a:rPr sz="3200"/>
                  <a:t>数据分析</a:t>
                </a:r>
                <a:endParaRPr sz="3200"/>
              </a:p>
            </p:txBody>
          </p:sp>
        </p:grpSp>
        <p:grpSp>
          <p:nvGrpSpPr>
            <p:cNvPr id="904" name="成组"/>
            <p:cNvGrpSpPr/>
            <p:nvPr/>
          </p:nvGrpSpPr>
          <p:grpSpPr>
            <a:xfrm>
              <a:off x="21415" y="8299"/>
              <a:ext cx="6711" cy="3450"/>
              <a:chOff x="0" y="0"/>
              <a:chExt cx="8948580" cy="4600376"/>
            </a:xfrm>
          </p:grpSpPr>
          <p:sp>
            <p:nvSpPr>
              <p:cNvPr id="886" name="圆角矩形"/>
              <p:cNvSpPr/>
              <p:nvPr/>
            </p:nvSpPr>
            <p:spPr>
              <a:xfrm>
                <a:off x="0" y="0"/>
                <a:ext cx="8948579" cy="1202433"/>
              </a:xfrm>
              <a:prstGeom prst="roundRect">
                <a:avLst>
                  <a:gd name="adj" fmla="val 10673"/>
                </a:avLst>
              </a:prstGeom>
              <a:solidFill>
                <a:srgbClr val="6B7CE6"/>
              </a:solidFill>
              <a:ln w="12700" cap="flat">
                <a:noFill/>
                <a:miter lim="400000"/>
              </a:ln>
              <a:effectLst>
                <a:outerShdw blurRad="381000" dist="196698" dir="5400000" rotWithShape="0">
                  <a:srgbClr val="FFFFFF">
                    <a:alpha val="64404"/>
                  </a:srgbClr>
                </a:outerShdw>
              </a:effectLst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887" name="圆角矩形"/>
              <p:cNvSpPr/>
              <p:nvPr/>
            </p:nvSpPr>
            <p:spPr>
              <a:xfrm>
                <a:off x="0" y="1478369"/>
                <a:ext cx="5924673" cy="1498601"/>
              </a:xfrm>
              <a:prstGeom prst="roundRect">
                <a:avLst>
                  <a:gd name="adj" fmla="val 8898"/>
                </a:avLst>
              </a:prstGeom>
              <a:solidFill>
                <a:srgbClr val="9CA9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888" name="圆角矩形"/>
              <p:cNvSpPr/>
              <p:nvPr/>
            </p:nvSpPr>
            <p:spPr>
              <a:xfrm>
                <a:off x="0" y="3103864"/>
                <a:ext cx="5924673" cy="1496510"/>
              </a:xfrm>
              <a:prstGeom prst="roundRect">
                <a:avLst>
                  <a:gd name="adj" fmla="val 8592"/>
                </a:avLst>
              </a:prstGeom>
              <a:solidFill>
                <a:srgbClr val="9CA9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889" name="内容创作"/>
              <p:cNvSpPr txBox="1"/>
              <p:nvPr/>
            </p:nvSpPr>
            <p:spPr>
              <a:xfrm>
                <a:off x="2714332" y="153320"/>
                <a:ext cx="3152394" cy="8957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defRPr sz="6000">
                    <a:solidFill>
                      <a:srgbClr val="FFFFFF"/>
                    </a:solidFill>
                    <a:latin typeface="Source Han Sans CN Medium" panose="020B0300000000000000" charset="-122"/>
                    <a:ea typeface="Source Han Sans CN Medium" panose="020B0300000000000000" charset="-122"/>
                    <a:cs typeface="Source Han Sans CN Medium" panose="020B0300000000000000" charset="-122"/>
                    <a:sym typeface="Source Han Sans CN Medium" panose="020B0300000000000000" charset="-122"/>
                  </a:defRPr>
                </a:lvl1pPr>
              </a:lstStyle>
              <a:p>
                <a:r>
                  <a:rPr sz="3200"/>
                  <a:t>内容创作</a:t>
                </a:r>
                <a:endParaRPr sz="3200"/>
              </a:p>
            </p:txBody>
          </p:sp>
          <p:sp>
            <p:nvSpPr>
              <p:cNvPr id="890" name="营销文案撰写"/>
              <p:cNvSpPr txBox="1"/>
              <p:nvPr/>
            </p:nvSpPr>
            <p:spPr>
              <a:xfrm>
                <a:off x="1289180" y="2059500"/>
                <a:ext cx="3157727" cy="4368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defTabSz="736600">
                  <a:lnSpc>
                    <a:spcPct val="70000"/>
                  </a:lnSpc>
                  <a:spcBef>
                    <a:spcPts val="0"/>
                  </a:spcBef>
                  <a:defRPr sz="4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000"/>
                  <a:t>营销文案撰写</a:t>
                </a:r>
                <a:endParaRPr sz="2000"/>
              </a:p>
            </p:txBody>
          </p:sp>
          <p:sp>
            <p:nvSpPr>
              <p:cNvPr id="891" name="自媒体内容生成器"/>
              <p:cNvSpPr txBox="1"/>
              <p:nvPr/>
            </p:nvSpPr>
            <p:spPr>
              <a:xfrm>
                <a:off x="1289180" y="3727042"/>
                <a:ext cx="4176521" cy="4368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defTabSz="736600">
                  <a:lnSpc>
                    <a:spcPct val="70000"/>
                  </a:lnSpc>
                  <a:spcBef>
                    <a:spcPts val="0"/>
                  </a:spcBef>
                  <a:defRPr sz="4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000"/>
                  <a:t>自媒体内容生成器</a:t>
                </a:r>
                <a:endParaRPr sz="2000"/>
              </a:p>
            </p:txBody>
          </p:sp>
          <p:grpSp>
            <p:nvGrpSpPr>
              <p:cNvPr id="897" name="成组"/>
              <p:cNvGrpSpPr/>
              <p:nvPr/>
            </p:nvGrpSpPr>
            <p:grpSpPr>
              <a:xfrm>
                <a:off x="6053863" y="1478369"/>
                <a:ext cx="2894717" cy="3122007"/>
                <a:chOff x="0" y="0"/>
                <a:chExt cx="2894716" cy="3122005"/>
              </a:xfrm>
            </p:grpSpPr>
            <p:sp>
              <p:nvSpPr>
                <p:cNvPr id="892" name="圆角矩形"/>
                <p:cNvSpPr/>
                <p:nvPr/>
              </p:nvSpPr>
              <p:spPr>
                <a:xfrm>
                  <a:off x="0" y="0"/>
                  <a:ext cx="2894716" cy="3122005"/>
                </a:xfrm>
                <a:prstGeom prst="roundRect">
                  <a:avLst>
                    <a:gd name="adj" fmla="val 4442"/>
                  </a:avLst>
                </a:pr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>
                      <a:solidFill>
                        <a:srgbClr val="59B4F6"/>
                      </a:solidFill>
                    </a:defRPr>
                  </a:pPr>
                  <a:endParaRPr sz="1800"/>
                </a:p>
              </p:txBody>
            </p:sp>
            <p:grpSp>
              <p:nvGrpSpPr>
                <p:cNvPr id="895" name="成组"/>
                <p:cNvGrpSpPr/>
                <p:nvPr/>
              </p:nvGrpSpPr>
              <p:grpSpPr>
                <a:xfrm>
                  <a:off x="799659" y="264420"/>
                  <a:ext cx="1295402" cy="1295402"/>
                  <a:chOff x="0" y="0"/>
                  <a:chExt cx="1295401" cy="1295401"/>
                </a:xfrm>
              </p:grpSpPr>
              <p:sp>
                <p:nvSpPr>
                  <p:cNvPr id="893" name="圆角矩形"/>
                  <p:cNvSpPr/>
                  <p:nvPr/>
                </p:nvSpPr>
                <p:spPr>
                  <a:xfrm>
                    <a:off x="0" y="0"/>
                    <a:ext cx="1295402" cy="1295402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4177" tIns="24177" rIns="24177" bIns="24177" numCol="1" anchor="ctr">
                    <a:noAutofit/>
                  </a:bodyPr>
                  <a:lstStyle/>
                  <a:p>
                    <a:pPr>
                      <a:defRPr sz="5500"/>
                    </a:pPr>
                    <a:endParaRPr sz="2800"/>
                  </a:p>
                </p:txBody>
              </p:sp>
              <p:pic>
                <p:nvPicPr>
                  <p:cNvPr id="894" name="图片 93" descr="图片 93"/>
                  <p:cNvPicPr>
                    <a:picLocks noChangeAspect="1"/>
                  </p:cNvPicPr>
                  <p:nvPr/>
                </p:nvPicPr>
                <p:blipFill>
                  <a:blip r:embed="rId11"/>
                  <a:srcRect l="13040" t="10394" r="13040" b="10394"/>
                  <a:stretch>
                    <a:fillRect/>
                  </a:stretch>
                </p:blipFill>
                <p:spPr>
                  <a:xfrm>
                    <a:off x="140878" y="153736"/>
                    <a:ext cx="1013644" cy="987928"/>
                  </a:xfrm>
                  <a:prstGeom prst="rect">
                    <a:avLst/>
                  </a:prstGeom>
                  <a:ln w="12700" cap="flat">
                    <a:noFill/>
                    <a:miter lim="400000"/>
                    <a:headEnd/>
                    <a:tailEnd/>
                  </a:ln>
                  <a:effectLst/>
                </p:spPr>
              </p:pic>
            </p:grpSp>
            <p:sp>
              <p:nvSpPr>
                <p:cNvPr id="896" name="Remotion…"/>
                <p:cNvSpPr txBox="1"/>
                <p:nvPr/>
              </p:nvSpPr>
              <p:spPr>
                <a:xfrm>
                  <a:off x="227875" y="1823748"/>
                  <a:ext cx="2438969" cy="11000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spAutoFit/>
                </a:bodyPr>
                <a:lstStyle/>
                <a:p>
                  <a:pPr algn="ctr" defTabSz="736600">
                    <a:lnSpc>
                      <a:spcPct val="10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pPr>
                  <a:r>
                    <a:rPr sz="2000"/>
                    <a:t>Remotion</a:t>
                  </a:r>
                  <a:endParaRPr sz="2000"/>
                </a:p>
                <a:p>
                  <a:pPr algn="ctr" defTabSz="736600">
                    <a:lnSpc>
                      <a:spcPct val="100000"/>
                    </a:lnSpc>
                    <a:spcBef>
                      <a:spcPts val="0"/>
                    </a:spcBef>
                    <a:defRPr sz="4000">
                      <a:solidFill>
                        <a:srgbClr val="FFFFFF"/>
                      </a:solidFill>
                      <a:latin typeface="Source Han Sans CN Regular" panose="020B0300000000000000" charset="-122"/>
                      <a:ea typeface="Source Han Sans CN Regular" panose="020B0300000000000000" charset="-122"/>
                      <a:cs typeface="Source Han Sans CN Regular" panose="020B0300000000000000" charset="-122"/>
                      <a:sym typeface="Source Han Sans CN Regular" panose="020B0300000000000000" charset="-122"/>
                    </a:defRPr>
                  </a:pPr>
                  <a:r>
                    <a:rPr sz="2000"/>
                    <a:t>最佳实践</a:t>
                  </a:r>
                  <a:endParaRPr sz="2000"/>
                </a:p>
              </p:txBody>
            </p:sp>
          </p:grpSp>
          <p:grpSp>
            <p:nvGrpSpPr>
              <p:cNvPr id="900" name="成组"/>
              <p:cNvGrpSpPr/>
              <p:nvPr/>
            </p:nvGrpSpPr>
            <p:grpSpPr>
              <a:xfrm>
                <a:off x="337610" y="1881999"/>
                <a:ext cx="698502" cy="698501"/>
                <a:chOff x="0" y="0"/>
                <a:chExt cx="698500" cy="698500"/>
              </a:xfrm>
            </p:grpSpPr>
            <p:sp>
              <p:nvSpPr>
                <p:cNvPr id="898" name="圆角矩形"/>
                <p:cNvSpPr/>
                <p:nvPr/>
              </p:nvSpPr>
              <p:spPr>
                <a:xfrm>
                  <a:off x="0" y="0"/>
                  <a:ext cx="698501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899" name="形状"/>
                <p:cNvSpPr/>
                <p:nvPr/>
              </p:nvSpPr>
              <p:spPr>
                <a:xfrm>
                  <a:off x="161585" y="166704"/>
                  <a:ext cx="375329" cy="3650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5" h="21463" extrusionOk="0">
                      <a:moveTo>
                        <a:pt x="13212" y="26"/>
                      </a:moveTo>
                      <a:cubicBezTo>
                        <a:pt x="13048" y="67"/>
                        <a:pt x="12896" y="159"/>
                        <a:pt x="12777" y="293"/>
                      </a:cubicBezTo>
                      <a:cubicBezTo>
                        <a:pt x="12008" y="1078"/>
                        <a:pt x="11227" y="1865"/>
                        <a:pt x="10459" y="2652"/>
                      </a:cubicBezTo>
                      <a:lnTo>
                        <a:pt x="7083" y="6125"/>
                      </a:lnTo>
                      <a:cubicBezTo>
                        <a:pt x="6291" y="5309"/>
                        <a:pt x="5535" y="4521"/>
                        <a:pt x="4764" y="3736"/>
                      </a:cubicBezTo>
                      <a:cubicBezTo>
                        <a:pt x="4379" y="3343"/>
                        <a:pt x="3845" y="3311"/>
                        <a:pt x="3474" y="3691"/>
                      </a:cubicBezTo>
                      <a:cubicBezTo>
                        <a:pt x="2399" y="4784"/>
                        <a:pt x="1326" y="5871"/>
                        <a:pt x="257" y="6971"/>
                      </a:cubicBezTo>
                      <a:cubicBezTo>
                        <a:pt x="40" y="7181"/>
                        <a:pt x="-49" y="7505"/>
                        <a:pt x="25" y="7802"/>
                      </a:cubicBezTo>
                      <a:cubicBezTo>
                        <a:pt x="88" y="8138"/>
                        <a:pt x="340" y="8398"/>
                        <a:pt x="663" y="8485"/>
                      </a:cubicBezTo>
                      <a:cubicBezTo>
                        <a:pt x="1019" y="8592"/>
                        <a:pt x="1321" y="8493"/>
                        <a:pt x="1576" y="8232"/>
                      </a:cubicBezTo>
                      <a:cubicBezTo>
                        <a:pt x="2345" y="7445"/>
                        <a:pt x="3112" y="6659"/>
                        <a:pt x="3880" y="5873"/>
                      </a:cubicBezTo>
                      <a:cubicBezTo>
                        <a:pt x="3950" y="5802"/>
                        <a:pt x="4017" y="5728"/>
                        <a:pt x="4097" y="5650"/>
                      </a:cubicBezTo>
                      <a:cubicBezTo>
                        <a:pt x="4860" y="6435"/>
                        <a:pt x="5608" y="7212"/>
                        <a:pt x="6358" y="7980"/>
                      </a:cubicBezTo>
                      <a:cubicBezTo>
                        <a:pt x="6834" y="8469"/>
                        <a:pt x="7327" y="8456"/>
                        <a:pt x="7807" y="7965"/>
                      </a:cubicBezTo>
                      <a:lnTo>
                        <a:pt x="10952" y="4760"/>
                      </a:lnTo>
                      <a:cubicBezTo>
                        <a:pt x="11967" y="3717"/>
                        <a:pt x="12992" y="2669"/>
                        <a:pt x="14009" y="1628"/>
                      </a:cubicBezTo>
                      <a:cubicBezTo>
                        <a:pt x="14234" y="1399"/>
                        <a:pt x="14362" y="1126"/>
                        <a:pt x="14314" y="797"/>
                      </a:cubicBezTo>
                      <a:cubicBezTo>
                        <a:pt x="14279" y="446"/>
                        <a:pt x="14050" y="158"/>
                        <a:pt x="13719" y="55"/>
                      </a:cubicBezTo>
                      <a:cubicBezTo>
                        <a:pt x="13553" y="-6"/>
                        <a:pt x="13376" y="-16"/>
                        <a:pt x="13212" y="26"/>
                      </a:cubicBezTo>
                      <a:close/>
                      <a:moveTo>
                        <a:pt x="18429" y="3840"/>
                      </a:moveTo>
                      <a:cubicBezTo>
                        <a:pt x="17406" y="3723"/>
                        <a:pt x="16359" y="4080"/>
                        <a:pt x="15603" y="4849"/>
                      </a:cubicBezTo>
                      <a:cubicBezTo>
                        <a:pt x="12239" y="8283"/>
                        <a:pt x="8885" y="11716"/>
                        <a:pt x="5532" y="15163"/>
                      </a:cubicBezTo>
                      <a:cubicBezTo>
                        <a:pt x="5386" y="15320"/>
                        <a:pt x="5290" y="15516"/>
                        <a:pt x="5242" y="15727"/>
                      </a:cubicBezTo>
                      <a:cubicBezTo>
                        <a:pt x="5043" y="16658"/>
                        <a:pt x="4863" y="17596"/>
                        <a:pt x="4677" y="18532"/>
                      </a:cubicBezTo>
                      <a:cubicBezTo>
                        <a:pt x="4563" y="19115"/>
                        <a:pt x="4444" y="19699"/>
                        <a:pt x="4329" y="20283"/>
                      </a:cubicBezTo>
                      <a:cubicBezTo>
                        <a:pt x="4183" y="21030"/>
                        <a:pt x="4699" y="21584"/>
                        <a:pt x="5416" y="21441"/>
                      </a:cubicBezTo>
                      <a:cubicBezTo>
                        <a:pt x="6918" y="21141"/>
                        <a:pt x="8425" y="20841"/>
                        <a:pt x="9923" y="20520"/>
                      </a:cubicBezTo>
                      <a:cubicBezTo>
                        <a:pt x="10129" y="20468"/>
                        <a:pt x="10321" y="20360"/>
                        <a:pt x="10473" y="20209"/>
                      </a:cubicBezTo>
                      <a:cubicBezTo>
                        <a:pt x="10996" y="19704"/>
                        <a:pt x="11487" y="19186"/>
                        <a:pt x="11995" y="18665"/>
                      </a:cubicBezTo>
                      <a:cubicBezTo>
                        <a:pt x="14814" y="15775"/>
                        <a:pt x="17635" y="12884"/>
                        <a:pt x="20458" y="9998"/>
                      </a:cubicBezTo>
                      <a:cubicBezTo>
                        <a:pt x="21158" y="9282"/>
                        <a:pt x="21536" y="8421"/>
                        <a:pt x="21544" y="7787"/>
                      </a:cubicBezTo>
                      <a:cubicBezTo>
                        <a:pt x="21551" y="5964"/>
                        <a:pt x="20720" y="4674"/>
                        <a:pt x="19429" y="4107"/>
                      </a:cubicBezTo>
                      <a:cubicBezTo>
                        <a:pt x="19104" y="3961"/>
                        <a:pt x="18770" y="3879"/>
                        <a:pt x="18429" y="3840"/>
                      </a:cubicBezTo>
                      <a:close/>
                      <a:moveTo>
                        <a:pt x="18226" y="5665"/>
                      </a:moveTo>
                      <a:cubicBezTo>
                        <a:pt x="18947" y="5747"/>
                        <a:pt x="19446" y="6158"/>
                        <a:pt x="19661" y="6867"/>
                      </a:cubicBezTo>
                      <a:cubicBezTo>
                        <a:pt x="19899" y="7655"/>
                        <a:pt x="19650" y="8308"/>
                        <a:pt x="19052" y="8826"/>
                      </a:cubicBezTo>
                      <a:lnTo>
                        <a:pt x="16661" y="6377"/>
                      </a:lnTo>
                      <a:cubicBezTo>
                        <a:pt x="17050" y="5884"/>
                        <a:pt x="17570" y="5590"/>
                        <a:pt x="18226" y="5665"/>
                      </a:cubicBezTo>
                      <a:close/>
                      <a:moveTo>
                        <a:pt x="15357" y="7713"/>
                      </a:moveTo>
                      <a:lnTo>
                        <a:pt x="17806" y="10221"/>
                      </a:lnTo>
                      <a:cubicBezTo>
                        <a:pt x="17704" y="10267"/>
                        <a:pt x="17618" y="10329"/>
                        <a:pt x="17530" y="10399"/>
                      </a:cubicBezTo>
                      <a:cubicBezTo>
                        <a:pt x="14857" y="13140"/>
                        <a:pt x="12182" y="15872"/>
                        <a:pt x="9503" y="18606"/>
                      </a:cubicBezTo>
                      <a:cubicBezTo>
                        <a:pt x="9399" y="18705"/>
                        <a:pt x="9265" y="18785"/>
                        <a:pt x="9126" y="18814"/>
                      </a:cubicBezTo>
                      <a:cubicBezTo>
                        <a:pt x="8217" y="19012"/>
                        <a:pt x="7311" y="19196"/>
                        <a:pt x="6358" y="19393"/>
                      </a:cubicBezTo>
                      <a:cubicBezTo>
                        <a:pt x="6442" y="18951"/>
                        <a:pt x="6511" y="18539"/>
                        <a:pt x="6590" y="18131"/>
                      </a:cubicBezTo>
                      <a:cubicBezTo>
                        <a:pt x="6685" y="17642"/>
                        <a:pt x="6799" y="17153"/>
                        <a:pt x="6880" y="16662"/>
                      </a:cubicBezTo>
                      <a:cubicBezTo>
                        <a:pt x="6914" y="16430"/>
                        <a:pt x="7017" y="16214"/>
                        <a:pt x="7184" y="16053"/>
                      </a:cubicBezTo>
                      <a:cubicBezTo>
                        <a:pt x="9867" y="13310"/>
                        <a:pt x="12546" y="10561"/>
                        <a:pt x="15226" y="7817"/>
                      </a:cubicBezTo>
                      <a:cubicBezTo>
                        <a:pt x="15262" y="7780"/>
                        <a:pt x="15312" y="7757"/>
                        <a:pt x="15357" y="7713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</p:grpSp>
          <p:grpSp>
            <p:nvGrpSpPr>
              <p:cNvPr id="903" name="成组"/>
              <p:cNvGrpSpPr/>
              <p:nvPr/>
            </p:nvGrpSpPr>
            <p:grpSpPr>
              <a:xfrm>
                <a:off x="337610" y="3502869"/>
                <a:ext cx="698502" cy="698501"/>
                <a:chOff x="0" y="0"/>
                <a:chExt cx="698500" cy="698500"/>
              </a:xfrm>
            </p:grpSpPr>
            <p:sp>
              <p:nvSpPr>
                <p:cNvPr id="901" name="圆角矩形"/>
                <p:cNvSpPr/>
                <p:nvPr/>
              </p:nvSpPr>
              <p:spPr>
                <a:xfrm>
                  <a:off x="0" y="0"/>
                  <a:ext cx="698501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902" name="形状"/>
                <p:cNvSpPr/>
                <p:nvPr/>
              </p:nvSpPr>
              <p:spPr>
                <a:xfrm>
                  <a:off x="147170" y="135303"/>
                  <a:ext cx="404162" cy="4278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4" h="21590" extrusionOk="0">
                      <a:moveTo>
                        <a:pt x="11087" y="0"/>
                      </a:moveTo>
                      <a:cubicBezTo>
                        <a:pt x="10729" y="-10"/>
                        <a:pt x="10467" y="242"/>
                        <a:pt x="10467" y="624"/>
                      </a:cubicBezTo>
                      <a:cubicBezTo>
                        <a:pt x="10460" y="1379"/>
                        <a:pt x="10460" y="2143"/>
                        <a:pt x="10467" y="2904"/>
                      </a:cubicBezTo>
                      <a:cubicBezTo>
                        <a:pt x="10470" y="3286"/>
                        <a:pt x="10723" y="3550"/>
                        <a:pt x="11074" y="3541"/>
                      </a:cubicBezTo>
                      <a:cubicBezTo>
                        <a:pt x="11424" y="3532"/>
                        <a:pt x="11680" y="3250"/>
                        <a:pt x="11680" y="2878"/>
                      </a:cubicBezTo>
                      <a:cubicBezTo>
                        <a:pt x="11680" y="2507"/>
                        <a:pt x="11680" y="2143"/>
                        <a:pt x="11680" y="1770"/>
                      </a:cubicBezTo>
                      <a:cubicBezTo>
                        <a:pt x="11681" y="1392"/>
                        <a:pt x="11681" y="1012"/>
                        <a:pt x="11680" y="637"/>
                      </a:cubicBezTo>
                      <a:cubicBezTo>
                        <a:pt x="11677" y="271"/>
                        <a:pt x="11445" y="10"/>
                        <a:pt x="11087" y="0"/>
                      </a:cubicBezTo>
                      <a:close/>
                      <a:moveTo>
                        <a:pt x="3156" y="2305"/>
                      </a:moveTo>
                      <a:cubicBezTo>
                        <a:pt x="3031" y="2316"/>
                        <a:pt x="2919" y="2357"/>
                        <a:pt x="2819" y="2420"/>
                      </a:cubicBezTo>
                      <a:cubicBezTo>
                        <a:pt x="2719" y="2483"/>
                        <a:pt x="2632" y="2568"/>
                        <a:pt x="2576" y="2675"/>
                      </a:cubicBezTo>
                      <a:cubicBezTo>
                        <a:pt x="2467" y="2906"/>
                        <a:pt x="2519" y="3150"/>
                        <a:pt x="2738" y="3350"/>
                      </a:cubicBezTo>
                      <a:cubicBezTo>
                        <a:pt x="3336" y="3898"/>
                        <a:pt x="3940" y="4442"/>
                        <a:pt x="4545" y="4980"/>
                      </a:cubicBezTo>
                      <a:cubicBezTo>
                        <a:pt x="4824" y="5232"/>
                        <a:pt x="5191" y="5235"/>
                        <a:pt x="5436" y="4993"/>
                      </a:cubicBezTo>
                      <a:cubicBezTo>
                        <a:pt x="5680" y="4751"/>
                        <a:pt x="5677" y="4397"/>
                        <a:pt x="5395" y="4139"/>
                      </a:cubicBezTo>
                      <a:cubicBezTo>
                        <a:pt x="4791" y="3593"/>
                        <a:pt x="4185" y="3056"/>
                        <a:pt x="3574" y="2522"/>
                      </a:cubicBezTo>
                      <a:cubicBezTo>
                        <a:pt x="3462" y="2423"/>
                        <a:pt x="3295" y="2377"/>
                        <a:pt x="3156" y="2305"/>
                      </a:cubicBezTo>
                      <a:close/>
                      <a:moveTo>
                        <a:pt x="18694" y="2484"/>
                      </a:moveTo>
                      <a:cubicBezTo>
                        <a:pt x="18536" y="2490"/>
                        <a:pt x="18372" y="2566"/>
                        <a:pt x="18222" y="2700"/>
                      </a:cubicBezTo>
                      <a:cubicBezTo>
                        <a:pt x="17839" y="3042"/>
                        <a:pt x="17457" y="3388"/>
                        <a:pt x="17076" y="3732"/>
                      </a:cubicBezTo>
                      <a:cubicBezTo>
                        <a:pt x="16850" y="3937"/>
                        <a:pt x="16620" y="4132"/>
                        <a:pt x="16401" y="4343"/>
                      </a:cubicBezTo>
                      <a:cubicBezTo>
                        <a:pt x="16309" y="4426"/>
                        <a:pt x="16248" y="4537"/>
                        <a:pt x="16226" y="4649"/>
                      </a:cubicBezTo>
                      <a:cubicBezTo>
                        <a:pt x="16204" y="4761"/>
                        <a:pt x="16223" y="4873"/>
                        <a:pt x="16280" y="4980"/>
                      </a:cubicBezTo>
                      <a:cubicBezTo>
                        <a:pt x="16329" y="5085"/>
                        <a:pt x="16395" y="5165"/>
                        <a:pt x="16496" y="5222"/>
                      </a:cubicBezTo>
                      <a:cubicBezTo>
                        <a:pt x="16596" y="5279"/>
                        <a:pt x="16730" y="5313"/>
                        <a:pt x="16900" y="5324"/>
                      </a:cubicBezTo>
                      <a:cubicBezTo>
                        <a:pt x="16987" y="5280"/>
                        <a:pt x="17177" y="5231"/>
                        <a:pt x="17305" y="5120"/>
                      </a:cubicBezTo>
                      <a:cubicBezTo>
                        <a:pt x="17901" y="4599"/>
                        <a:pt x="18475" y="4072"/>
                        <a:pt x="19058" y="3541"/>
                      </a:cubicBezTo>
                      <a:cubicBezTo>
                        <a:pt x="19362" y="3265"/>
                        <a:pt x="19380" y="2906"/>
                        <a:pt x="19126" y="2662"/>
                      </a:cubicBezTo>
                      <a:cubicBezTo>
                        <a:pt x="18998" y="2540"/>
                        <a:pt x="18853" y="2478"/>
                        <a:pt x="18694" y="2484"/>
                      </a:cubicBezTo>
                      <a:close/>
                      <a:moveTo>
                        <a:pt x="11208" y="4280"/>
                      </a:moveTo>
                      <a:cubicBezTo>
                        <a:pt x="10738" y="4275"/>
                        <a:pt x="10262" y="4320"/>
                        <a:pt x="9765" y="4420"/>
                      </a:cubicBezTo>
                      <a:cubicBezTo>
                        <a:pt x="8019" y="4773"/>
                        <a:pt x="6666" y="5716"/>
                        <a:pt x="5786" y="7184"/>
                      </a:cubicBezTo>
                      <a:cubicBezTo>
                        <a:pt x="4764" y="8893"/>
                        <a:pt x="4708" y="10672"/>
                        <a:pt x="5557" y="12470"/>
                      </a:cubicBezTo>
                      <a:cubicBezTo>
                        <a:pt x="5873" y="13139"/>
                        <a:pt x="6370" y="13687"/>
                        <a:pt x="6865" y="14240"/>
                      </a:cubicBezTo>
                      <a:cubicBezTo>
                        <a:pt x="7095" y="14498"/>
                        <a:pt x="7307" y="14764"/>
                        <a:pt x="7526" y="15030"/>
                      </a:cubicBezTo>
                      <a:cubicBezTo>
                        <a:pt x="7907" y="15492"/>
                        <a:pt x="8012" y="16022"/>
                        <a:pt x="7985" y="16597"/>
                      </a:cubicBezTo>
                      <a:cubicBezTo>
                        <a:pt x="7962" y="17030"/>
                        <a:pt x="8052" y="17460"/>
                        <a:pt x="8484" y="17705"/>
                      </a:cubicBezTo>
                      <a:cubicBezTo>
                        <a:pt x="8723" y="17843"/>
                        <a:pt x="8987" y="17937"/>
                        <a:pt x="9266" y="17960"/>
                      </a:cubicBezTo>
                      <a:cubicBezTo>
                        <a:pt x="9871" y="17996"/>
                        <a:pt x="10469" y="17960"/>
                        <a:pt x="11074" y="17960"/>
                      </a:cubicBezTo>
                      <a:cubicBezTo>
                        <a:pt x="11691" y="17960"/>
                        <a:pt x="12305" y="17981"/>
                        <a:pt x="12921" y="17960"/>
                      </a:cubicBezTo>
                      <a:cubicBezTo>
                        <a:pt x="13698" y="17933"/>
                        <a:pt x="14135" y="17483"/>
                        <a:pt x="14135" y="16750"/>
                      </a:cubicBezTo>
                      <a:cubicBezTo>
                        <a:pt x="14135" y="16666"/>
                        <a:pt x="14130" y="16576"/>
                        <a:pt x="14122" y="16495"/>
                      </a:cubicBezTo>
                      <a:cubicBezTo>
                        <a:pt x="14064" y="16030"/>
                        <a:pt x="14197" y="15554"/>
                        <a:pt x="14499" y="15183"/>
                      </a:cubicBezTo>
                      <a:cubicBezTo>
                        <a:pt x="14922" y="14667"/>
                        <a:pt x="15349" y="14152"/>
                        <a:pt x="15781" y="13642"/>
                      </a:cubicBezTo>
                      <a:cubicBezTo>
                        <a:pt x="16825" y="12407"/>
                        <a:pt x="17289" y="11003"/>
                        <a:pt x="17116" y="9438"/>
                      </a:cubicBezTo>
                      <a:cubicBezTo>
                        <a:pt x="16979" y="7991"/>
                        <a:pt x="16241" y="6657"/>
                        <a:pt x="15066" y="5719"/>
                      </a:cubicBezTo>
                      <a:cubicBezTo>
                        <a:pt x="13914" y="4780"/>
                        <a:pt x="12619" y="4293"/>
                        <a:pt x="11208" y="4280"/>
                      </a:cubicBezTo>
                      <a:close/>
                      <a:moveTo>
                        <a:pt x="11842" y="5502"/>
                      </a:moveTo>
                      <a:cubicBezTo>
                        <a:pt x="13670" y="5789"/>
                        <a:pt x="15276" y="7065"/>
                        <a:pt x="15754" y="8827"/>
                      </a:cubicBezTo>
                      <a:cubicBezTo>
                        <a:pt x="16177" y="10389"/>
                        <a:pt x="15823" y="11789"/>
                        <a:pt x="14742" y="13030"/>
                      </a:cubicBezTo>
                      <a:cubicBezTo>
                        <a:pt x="14360" y="13470"/>
                        <a:pt x="13986" y="13902"/>
                        <a:pt x="13623" y="14355"/>
                      </a:cubicBezTo>
                      <a:cubicBezTo>
                        <a:pt x="13102" y="15005"/>
                        <a:pt x="12841" y="15747"/>
                        <a:pt x="12908" y="16571"/>
                      </a:cubicBezTo>
                      <a:cubicBezTo>
                        <a:pt x="12910" y="16599"/>
                        <a:pt x="12908" y="16633"/>
                        <a:pt x="12908" y="16661"/>
                      </a:cubicBezTo>
                      <a:cubicBezTo>
                        <a:pt x="12908" y="16688"/>
                        <a:pt x="12910" y="16709"/>
                        <a:pt x="12908" y="16737"/>
                      </a:cubicBezTo>
                      <a:cubicBezTo>
                        <a:pt x="12905" y="16748"/>
                        <a:pt x="12899" y="16765"/>
                        <a:pt x="12894" y="16775"/>
                      </a:cubicBezTo>
                      <a:cubicBezTo>
                        <a:pt x="12890" y="16786"/>
                        <a:pt x="12886" y="16790"/>
                        <a:pt x="12881" y="16801"/>
                      </a:cubicBezTo>
                      <a:lnTo>
                        <a:pt x="9226" y="16801"/>
                      </a:lnTo>
                      <a:cubicBezTo>
                        <a:pt x="9216" y="16583"/>
                        <a:pt x="9193" y="16379"/>
                        <a:pt x="9199" y="16177"/>
                      </a:cubicBezTo>
                      <a:cubicBezTo>
                        <a:pt x="9221" y="15449"/>
                        <a:pt x="8915" y="14839"/>
                        <a:pt x="8470" y="14279"/>
                      </a:cubicBezTo>
                      <a:cubicBezTo>
                        <a:pt x="8127" y="13847"/>
                        <a:pt x="7745" y="13433"/>
                        <a:pt x="7378" y="13018"/>
                      </a:cubicBezTo>
                      <a:cubicBezTo>
                        <a:pt x="5019" y="10342"/>
                        <a:pt x="6389" y="6404"/>
                        <a:pt x="9968" y="5566"/>
                      </a:cubicBezTo>
                      <a:cubicBezTo>
                        <a:pt x="10590" y="5421"/>
                        <a:pt x="11233" y="5407"/>
                        <a:pt x="11842" y="5502"/>
                      </a:cubicBezTo>
                      <a:close/>
                      <a:moveTo>
                        <a:pt x="674" y="8470"/>
                      </a:moveTo>
                      <a:cubicBezTo>
                        <a:pt x="267" y="8472"/>
                        <a:pt x="-6" y="8708"/>
                        <a:pt x="0" y="9043"/>
                      </a:cubicBezTo>
                      <a:cubicBezTo>
                        <a:pt x="6" y="9379"/>
                        <a:pt x="281" y="9617"/>
                        <a:pt x="674" y="9617"/>
                      </a:cubicBezTo>
                      <a:cubicBezTo>
                        <a:pt x="1054" y="9617"/>
                        <a:pt x="1428" y="9617"/>
                        <a:pt x="1807" y="9617"/>
                      </a:cubicBezTo>
                      <a:lnTo>
                        <a:pt x="2967" y="9617"/>
                      </a:lnTo>
                      <a:cubicBezTo>
                        <a:pt x="3352" y="9613"/>
                        <a:pt x="3628" y="9374"/>
                        <a:pt x="3628" y="9043"/>
                      </a:cubicBezTo>
                      <a:cubicBezTo>
                        <a:pt x="3628" y="8712"/>
                        <a:pt x="3355" y="8470"/>
                        <a:pt x="2967" y="8470"/>
                      </a:cubicBezTo>
                      <a:cubicBezTo>
                        <a:pt x="2201" y="8464"/>
                        <a:pt x="1439" y="8467"/>
                        <a:pt x="674" y="8470"/>
                      </a:cubicBezTo>
                      <a:close/>
                      <a:moveTo>
                        <a:pt x="18681" y="8470"/>
                      </a:moveTo>
                      <a:cubicBezTo>
                        <a:pt x="18577" y="8467"/>
                        <a:pt x="18471" y="8484"/>
                        <a:pt x="18370" y="8508"/>
                      </a:cubicBezTo>
                      <a:cubicBezTo>
                        <a:pt x="18089" y="8592"/>
                        <a:pt x="17919" y="8858"/>
                        <a:pt x="17966" y="9133"/>
                      </a:cubicBezTo>
                      <a:cubicBezTo>
                        <a:pt x="18001" y="9417"/>
                        <a:pt x="18257" y="9623"/>
                        <a:pt x="18559" y="9617"/>
                      </a:cubicBezTo>
                      <a:cubicBezTo>
                        <a:pt x="19287" y="9622"/>
                        <a:pt x="20017" y="9617"/>
                        <a:pt x="20744" y="9617"/>
                      </a:cubicBezTo>
                      <a:cubicBezTo>
                        <a:pt x="21298" y="9617"/>
                        <a:pt x="21421" y="9539"/>
                        <a:pt x="21594" y="9069"/>
                      </a:cubicBezTo>
                      <a:lnTo>
                        <a:pt x="21594" y="9031"/>
                      </a:lnTo>
                      <a:cubicBezTo>
                        <a:pt x="21423" y="8551"/>
                        <a:pt x="21304" y="8470"/>
                        <a:pt x="20758" y="8470"/>
                      </a:cubicBezTo>
                      <a:cubicBezTo>
                        <a:pt x="20067" y="8472"/>
                        <a:pt x="19371" y="8466"/>
                        <a:pt x="18681" y="8470"/>
                      </a:cubicBezTo>
                      <a:close/>
                      <a:moveTo>
                        <a:pt x="9442" y="18520"/>
                      </a:moveTo>
                      <a:cubicBezTo>
                        <a:pt x="8873" y="18532"/>
                        <a:pt x="8415" y="18991"/>
                        <a:pt x="8389" y="19527"/>
                      </a:cubicBezTo>
                      <a:cubicBezTo>
                        <a:pt x="8374" y="19863"/>
                        <a:pt x="8370" y="20210"/>
                        <a:pt x="8389" y="20546"/>
                      </a:cubicBezTo>
                      <a:cubicBezTo>
                        <a:pt x="8418" y="21020"/>
                        <a:pt x="8683" y="21333"/>
                        <a:pt x="9145" y="21514"/>
                      </a:cubicBezTo>
                      <a:cubicBezTo>
                        <a:pt x="9172" y="21525"/>
                        <a:pt x="9196" y="21539"/>
                        <a:pt x="9226" y="21552"/>
                      </a:cubicBezTo>
                      <a:cubicBezTo>
                        <a:pt x="9255" y="21565"/>
                        <a:pt x="9291" y="21577"/>
                        <a:pt x="9320" y="21590"/>
                      </a:cubicBezTo>
                      <a:lnTo>
                        <a:pt x="12800" y="21590"/>
                      </a:lnTo>
                      <a:cubicBezTo>
                        <a:pt x="12816" y="21582"/>
                        <a:pt x="12835" y="21570"/>
                        <a:pt x="12854" y="21565"/>
                      </a:cubicBezTo>
                      <a:cubicBezTo>
                        <a:pt x="12873" y="21559"/>
                        <a:pt x="12891" y="21558"/>
                        <a:pt x="12908" y="21552"/>
                      </a:cubicBezTo>
                      <a:cubicBezTo>
                        <a:pt x="13418" y="21394"/>
                        <a:pt x="13720" y="21066"/>
                        <a:pt x="13758" y="20558"/>
                      </a:cubicBezTo>
                      <a:cubicBezTo>
                        <a:pt x="13785" y="20187"/>
                        <a:pt x="13781" y="19820"/>
                        <a:pt x="13744" y="19450"/>
                      </a:cubicBezTo>
                      <a:cubicBezTo>
                        <a:pt x="13691" y="18937"/>
                        <a:pt x="13251" y="18540"/>
                        <a:pt x="12706" y="18520"/>
                      </a:cubicBezTo>
                      <a:cubicBezTo>
                        <a:pt x="11620" y="18499"/>
                        <a:pt x="10526" y="18499"/>
                        <a:pt x="9442" y="18520"/>
                      </a:cubicBezTo>
                      <a:close/>
                      <a:moveTo>
                        <a:pt x="9603" y="19667"/>
                      </a:moveTo>
                      <a:lnTo>
                        <a:pt x="12517" y="19667"/>
                      </a:lnTo>
                      <a:lnTo>
                        <a:pt x="12517" y="20418"/>
                      </a:lnTo>
                      <a:lnTo>
                        <a:pt x="9603" y="20418"/>
                      </a:lnTo>
                      <a:lnTo>
                        <a:pt x="9603" y="19667"/>
                      </a:ln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</p:grpSp>
        </p:grpSp>
        <p:grpSp>
          <p:nvGrpSpPr>
            <p:cNvPr id="972" name="成组"/>
            <p:cNvGrpSpPr/>
            <p:nvPr/>
          </p:nvGrpSpPr>
          <p:grpSpPr>
            <a:xfrm>
              <a:off x="12509" y="8299"/>
              <a:ext cx="8409" cy="3450"/>
              <a:chOff x="0" y="0"/>
              <a:chExt cx="11214028" cy="4600374"/>
            </a:xfrm>
          </p:grpSpPr>
          <p:sp>
            <p:nvSpPr>
              <p:cNvPr id="950" name="圆角矩形"/>
              <p:cNvSpPr/>
              <p:nvPr/>
            </p:nvSpPr>
            <p:spPr>
              <a:xfrm>
                <a:off x="0" y="0"/>
                <a:ext cx="11201400" cy="1202433"/>
              </a:xfrm>
              <a:prstGeom prst="roundRect">
                <a:avLst>
                  <a:gd name="adj" fmla="val 10673"/>
                </a:avLst>
              </a:prstGeom>
              <a:solidFill>
                <a:srgbClr val="6B7CE6"/>
              </a:solidFill>
              <a:ln w="12700" cap="flat">
                <a:noFill/>
                <a:miter lim="400000"/>
              </a:ln>
              <a:effectLst>
                <a:outerShdw blurRad="381000" dist="196698" dir="5400000" rotWithShape="0">
                  <a:srgbClr val="FFFFFF">
                    <a:alpha val="64404"/>
                  </a:srgbClr>
                </a:outerShdw>
              </a:effectLst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51" name="圆角矩形"/>
              <p:cNvSpPr/>
              <p:nvPr/>
            </p:nvSpPr>
            <p:spPr>
              <a:xfrm>
                <a:off x="0" y="1478369"/>
                <a:ext cx="6248605" cy="1498601"/>
              </a:xfrm>
              <a:prstGeom prst="roundRect">
                <a:avLst>
                  <a:gd name="adj" fmla="val 8898"/>
                </a:avLst>
              </a:prstGeom>
              <a:solidFill>
                <a:srgbClr val="9CA9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52" name="圆角矩形"/>
              <p:cNvSpPr/>
              <p:nvPr/>
            </p:nvSpPr>
            <p:spPr>
              <a:xfrm>
                <a:off x="0" y="3103864"/>
                <a:ext cx="6240903" cy="1496510"/>
              </a:xfrm>
              <a:prstGeom prst="roundRect">
                <a:avLst>
                  <a:gd name="adj" fmla="val 8592"/>
                </a:avLst>
              </a:prstGeom>
              <a:solidFill>
                <a:srgbClr val="9CA9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53" name="产品设计"/>
              <p:cNvSpPr txBox="1"/>
              <p:nvPr/>
            </p:nvSpPr>
            <p:spPr>
              <a:xfrm>
                <a:off x="4024503" y="153320"/>
                <a:ext cx="3152394" cy="8957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defRPr sz="6000">
                    <a:solidFill>
                      <a:srgbClr val="FFFFFF"/>
                    </a:solidFill>
                    <a:latin typeface="Source Han Sans CN Medium" panose="020B0300000000000000" charset="-122"/>
                    <a:ea typeface="Source Han Sans CN Medium" panose="020B0300000000000000" charset="-122"/>
                    <a:cs typeface="Source Han Sans CN Medium" panose="020B0300000000000000" charset="-122"/>
                    <a:sym typeface="Source Han Sans CN Medium" panose="020B0300000000000000" charset="-122"/>
                  </a:defRPr>
                </a:lvl1pPr>
              </a:lstStyle>
              <a:p>
                <a:r>
                  <a:rPr sz="3200"/>
                  <a:t>产品设计</a:t>
                </a:r>
                <a:endParaRPr sz="3200"/>
              </a:p>
            </p:txBody>
          </p:sp>
          <p:sp>
            <p:nvSpPr>
              <p:cNvPr id="954" name="全能产品经理工具箱"/>
              <p:cNvSpPr txBox="1"/>
              <p:nvPr/>
            </p:nvSpPr>
            <p:spPr>
              <a:xfrm>
                <a:off x="1308300" y="2106172"/>
                <a:ext cx="4505896" cy="4368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4000" spc="-79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000"/>
                  <a:t>全能产品经理工具箱</a:t>
                </a:r>
                <a:endParaRPr sz="2000"/>
              </a:p>
            </p:txBody>
          </p:sp>
          <p:sp>
            <p:nvSpPr>
              <p:cNvPr id="955" name="产品战略技能"/>
              <p:cNvSpPr txBox="1"/>
              <p:nvPr/>
            </p:nvSpPr>
            <p:spPr>
              <a:xfrm>
                <a:off x="1298106" y="3725709"/>
                <a:ext cx="3157727" cy="4368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4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000"/>
                  <a:t>产品战略技能</a:t>
                </a:r>
                <a:endParaRPr sz="2000"/>
              </a:p>
            </p:txBody>
          </p:sp>
          <p:grpSp>
            <p:nvGrpSpPr>
              <p:cNvPr id="958" name="成组"/>
              <p:cNvGrpSpPr/>
              <p:nvPr/>
            </p:nvGrpSpPr>
            <p:grpSpPr>
              <a:xfrm>
                <a:off x="337610" y="1886623"/>
                <a:ext cx="698502" cy="698501"/>
                <a:chOff x="0" y="0"/>
                <a:chExt cx="698500" cy="698500"/>
              </a:xfrm>
            </p:grpSpPr>
            <p:sp>
              <p:nvSpPr>
                <p:cNvPr id="956" name="圆角矩形"/>
                <p:cNvSpPr/>
                <p:nvPr/>
              </p:nvSpPr>
              <p:spPr>
                <a:xfrm>
                  <a:off x="0" y="0"/>
                  <a:ext cx="698501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957" name="形状"/>
                <p:cNvSpPr/>
                <p:nvPr/>
              </p:nvSpPr>
              <p:spPr>
                <a:xfrm>
                  <a:off x="123100" y="162212"/>
                  <a:ext cx="452303" cy="3740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74" h="21519" extrusionOk="0">
                      <a:moveTo>
                        <a:pt x="14144" y="1"/>
                      </a:moveTo>
                      <a:cubicBezTo>
                        <a:pt x="11836" y="-51"/>
                        <a:pt x="9700" y="1748"/>
                        <a:pt x="8922" y="4401"/>
                      </a:cubicBezTo>
                      <a:cubicBezTo>
                        <a:pt x="8139" y="7074"/>
                        <a:pt x="8840" y="10364"/>
                        <a:pt x="11221" y="12215"/>
                      </a:cubicBezTo>
                      <a:cubicBezTo>
                        <a:pt x="11160" y="12252"/>
                        <a:pt x="11117" y="12274"/>
                        <a:pt x="11078" y="12301"/>
                      </a:cubicBezTo>
                      <a:cubicBezTo>
                        <a:pt x="8300" y="13914"/>
                        <a:pt x="6778" y="16565"/>
                        <a:pt x="6581" y="20288"/>
                      </a:cubicBezTo>
                      <a:cubicBezTo>
                        <a:pt x="6543" y="21005"/>
                        <a:pt x="6854" y="21387"/>
                        <a:pt x="7450" y="21397"/>
                      </a:cubicBezTo>
                      <a:cubicBezTo>
                        <a:pt x="8262" y="21413"/>
                        <a:pt x="9071" y="21428"/>
                        <a:pt x="9882" y="21434"/>
                      </a:cubicBezTo>
                      <a:cubicBezTo>
                        <a:pt x="13496" y="21464"/>
                        <a:pt x="17112" y="21486"/>
                        <a:pt x="20725" y="21508"/>
                      </a:cubicBezTo>
                      <a:cubicBezTo>
                        <a:pt x="21286" y="21512"/>
                        <a:pt x="21597" y="21135"/>
                        <a:pt x="21573" y="20460"/>
                      </a:cubicBezTo>
                      <a:cubicBezTo>
                        <a:pt x="21441" y="16692"/>
                        <a:pt x="19949" y="14006"/>
                        <a:pt x="17159" y="12338"/>
                      </a:cubicBezTo>
                      <a:cubicBezTo>
                        <a:pt x="17091" y="12297"/>
                        <a:pt x="17016" y="12250"/>
                        <a:pt x="16934" y="12203"/>
                      </a:cubicBezTo>
                      <a:cubicBezTo>
                        <a:pt x="19211" y="10434"/>
                        <a:pt x="19994" y="7309"/>
                        <a:pt x="19294" y="4635"/>
                      </a:cubicBezTo>
                      <a:cubicBezTo>
                        <a:pt x="18591" y="1908"/>
                        <a:pt x="16512" y="44"/>
                        <a:pt x="14144" y="1"/>
                      </a:cubicBezTo>
                      <a:close/>
                      <a:moveTo>
                        <a:pt x="7297" y="1628"/>
                      </a:moveTo>
                      <a:cubicBezTo>
                        <a:pt x="5749" y="1620"/>
                        <a:pt x="4204" y="1600"/>
                        <a:pt x="2657" y="1640"/>
                      </a:cubicBezTo>
                      <a:cubicBezTo>
                        <a:pt x="1195" y="1678"/>
                        <a:pt x="16" y="3079"/>
                        <a:pt x="10" y="4783"/>
                      </a:cubicBezTo>
                      <a:cubicBezTo>
                        <a:pt x="-3" y="9305"/>
                        <a:pt x="-3" y="13830"/>
                        <a:pt x="10" y="18353"/>
                      </a:cubicBezTo>
                      <a:cubicBezTo>
                        <a:pt x="15" y="19932"/>
                        <a:pt x="1088" y="21348"/>
                        <a:pt x="2391" y="21471"/>
                      </a:cubicBezTo>
                      <a:cubicBezTo>
                        <a:pt x="3221" y="21549"/>
                        <a:pt x="4062" y="21508"/>
                        <a:pt x="4895" y="21508"/>
                      </a:cubicBezTo>
                      <a:cubicBezTo>
                        <a:pt x="5381" y="21508"/>
                        <a:pt x="5707" y="21110"/>
                        <a:pt x="5702" y="20571"/>
                      </a:cubicBezTo>
                      <a:cubicBezTo>
                        <a:pt x="5698" y="20032"/>
                        <a:pt x="5368" y="19659"/>
                        <a:pt x="4875" y="19659"/>
                      </a:cubicBezTo>
                      <a:cubicBezTo>
                        <a:pt x="4206" y="19658"/>
                        <a:pt x="3530" y="19645"/>
                        <a:pt x="2861" y="19671"/>
                      </a:cubicBezTo>
                      <a:cubicBezTo>
                        <a:pt x="2079" y="19702"/>
                        <a:pt x="1521" y="19008"/>
                        <a:pt x="1533" y="18057"/>
                      </a:cubicBezTo>
                      <a:cubicBezTo>
                        <a:pt x="1560" y="15904"/>
                        <a:pt x="1543" y="13756"/>
                        <a:pt x="1543" y="11599"/>
                      </a:cubicBezTo>
                      <a:lnTo>
                        <a:pt x="1543" y="11586"/>
                      </a:lnTo>
                      <a:cubicBezTo>
                        <a:pt x="1543" y="9412"/>
                        <a:pt x="1560" y="7241"/>
                        <a:pt x="1533" y="5067"/>
                      </a:cubicBezTo>
                      <a:cubicBezTo>
                        <a:pt x="1521" y="4110"/>
                        <a:pt x="2106" y="3462"/>
                        <a:pt x="2851" y="3477"/>
                      </a:cubicBezTo>
                      <a:cubicBezTo>
                        <a:pt x="4331" y="3504"/>
                        <a:pt x="5816" y="3483"/>
                        <a:pt x="7297" y="3477"/>
                      </a:cubicBezTo>
                      <a:cubicBezTo>
                        <a:pt x="7772" y="3475"/>
                        <a:pt x="8093" y="3094"/>
                        <a:pt x="8094" y="2565"/>
                      </a:cubicBezTo>
                      <a:cubicBezTo>
                        <a:pt x="8094" y="2035"/>
                        <a:pt x="7769" y="1628"/>
                        <a:pt x="7297" y="1628"/>
                      </a:cubicBezTo>
                      <a:close/>
                      <a:moveTo>
                        <a:pt x="14134" y="1850"/>
                      </a:moveTo>
                      <a:cubicBezTo>
                        <a:pt x="16276" y="1863"/>
                        <a:pt x="18024" y="4038"/>
                        <a:pt x="18007" y="6656"/>
                      </a:cubicBezTo>
                      <a:cubicBezTo>
                        <a:pt x="17990" y="9243"/>
                        <a:pt x="16211" y="11357"/>
                        <a:pt x="14062" y="11340"/>
                      </a:cubicBezTo>
                      <a:cubicBezTo>
                        <a:pt x="11904" y="11323"/>
                        <a:pt x="10141" y="9193"/>
                        <a:pt x="10148" y="6607"/>
                      </a:cubicBezTo>
                      <a:cubicBezTo>
                        <a:pt x="10148" y="6584"/>
                        <a:pt x="10148" y="6557"/>
                        <a:pt x="10148" y="6533"/>
                      </a:cubicBezTo>
                      <a:cubicBezTo>
                        <a:pt x="10175" y="3915"/>
                        <a:pt x="11962" y="1818"/>
                        <a:pt x="14134" y="1850"/>
                      </a:cubicBezTo>
                      <a:close/>
                      <a:moveTo>
                        <a:pt x="3311" y="5744"/>
                      </a:moveTo>
                      <a:cubicBezTo>
                        <a:pt x="2915" y="5743"/>
                        <a:pt x="2577" y="6107"/>
                        <a:pt x="2545" y="6583"/>
                      </a:cubicBezTo>
                      <a:cubicBezTo>
                        <a:pt x="2510" y="7086"/>
                        <a:pt x="2822" y="7527"/>
                        <a:pt x="3240" y="7569"/>
                      </a:cubicBezTo>
                      <a:cubicBezTo>
                        <a:pt x="3412" y="7585"/>
                        <a:pt x="3588" y="7587"/>
                        <a:pt x="3761" y="7581"/>
                      </a:cubicBezTo>
                      <a:cubicBezTo>
                        <a:pt x="4865" y="7580"/>
                        <a:pt x="5968" y="7601"/>
                        <a:pt x="7072" y="7581"/>
                      </a:cubicBezTo>
                      <a:cubicBezTo>
                        <a:pt x="7545" y="7571"/>
                        <a:pt x="7854" y="7149"/>
                        <a:pt x="7838" y="6619"/>
                      </a:cubicBezTo>
                      <a:cubicBezTo>
                        <a:pt x="7823" y="6108"/>
                        <a:pt x="7484" y="5744"/>
                        <a:pt x="7021" y="5744"/>
                      </a:cubicBezTo>
                      <a:cubicBezTo>
                        <a:pt x="6405" y="5744"/>
                        <a:pt x="5797" y="5744"/>
                        <a:pt x="5181" y="5744"/>
                      </a:cubicBezTo>
                      <a:cubicBezTo>
                        <a:pt x="4558" y="5744"/>
                        <a:pt x="3936" y="5737"/>
                        <a:pt x="3311" y="5744"/>
                      </a:cubicBezTo>
                      <a:close/>
                      <a:moveTo>
                        <a:pt x="3352" y="9454"/>
                      </a:moveTo>
                      <a:cubicBezTo>
                        <a:pt x="2893" y="9457"/>
                        <a:pt x="2542" y="9873"/>
                        <a:pt x="2545" y="10391"/>
                      </a:cubicBezTo>
                      <a:cubicBezTo>
                        <a:pt x="2547" y="10909"/>
                        <a:pt x="2894" y="11303"/>
                        <a:pt x="3352" y="11303"/>
                      </a:cubicBezTo>
                      <a:cubicBezTo>
                        <a:pt x="3907" y="11303"/>
                        <a:pt x="4462" y="11303"/>
                        <a:pt x="5018" y="11303"/>
                      </a:cubicBezTo>
                      <a:cubicBezTo>
                        <a:pt x="5582" y="11303"/>
                        <a:pt x="6151" y="11307"/>
                        <a:pt x="6714" y="11303"/>
                      </a:cubicBezTo>
                      <a:cubicBezTo>
                        <a:pt x="7162" y="11298"/>
                        <a:pt x="7494" y="10904"/>
                        <a:pt x="7501" y="10391"/>
                      </a:cubicBezTo>
                      <a:cubicBezTo>
                        <a:pt x="7501" y="10382"/>
                        <a:pt x="7501" y="10375"/>
                        <a:pt x="7501" y="10366"/>
                      </a:cubicBezTo>
                      <a:cubicBezTo>
                        <a:pt x="7490" y="9851"/>
                        <a:pt x="7132" y="9441"/>
                        <a:pt x="6704" y="9454"/>
                      </a:cubicBezTo>
                      <a:cubicBezTo>
                        <a:pt x="5585" y="9449"/>
                        <a:pt x="4471" y="9449"/>
                        <a:pt x="3352" y="9454"/>
                      </a:cubicBezTo>
                      <a:close/>
                      <a:moveTo>
                        <a:pt x="4691" y="13189"/>
                      </a:moveTo>
                      <a:lnTo>
                        <a:pt x="4037" y="13201"/>
                      </a:lnTo>
                      <a:cubicBezTo>
                        <a:pt x="3812" y="13201"/>
                        <a:pt x="3588" y="13201"/>
                        <a:pt x="3362" y="13201"/>
                      </a:cubicBezTo>
                      <a:cubicBezTo>
                        <a:pt x="2893" y="13207"/>
                        <a:pt x="2554" y="13591"/>
                        <a:pt x="2545" y="14101"/>
                      </a:cubicBezTo>
                      <a:cubicBezTo>
                        <a:pt x="2535" y="14610"/>
                        <a:pt x="2853" y="15028"/>
                        <a:pt x="3311" y="15037"/>
                      </a:cubicBezTo>
                      <a:cubicBezTo>
                        <a:pt x="4227" y="15055"/>
                        <a:pt x="5144" y="15055"/>
                        <a:pt x="6060" y="15037"/>
                      </a:cubicBezTo>
                      <a:cubicBezTo>
                        <a:pt x="6072" y="15037"/>
                        <a:pt x="6089" y="15038"/>
                        <a:pt x="6101" y="15037"/>
                      </a:cubicBezTo>
                      <a:cubicBezTo>
                        <a:pt x="6518" y="15018"/>
                        <a:pt x="6843" y="14592"/>
                        <a:pt x="6827" y="14088"/>
                      </a:cubicBezTo>
                      <a:cubicBezTo>
                        <a:pt x="6811" y="13570"/>
                        <a:pt x="6477" y="13193"/>
                        <a:pt x="6019" y="13189"/>
                      </a:cubicBezTo>
                      <a:cubicBezTo>
                        <a:pt x="5577" y="13189"/>
                        <a:pt x="5134" y="13189"/>
                        <a:pt x="4691" y="13189"/>
                      </a:cubicBezTo>
                      <a:close/>
                      <a:moveTo>
                        <a:pt x="13919" y="13398"/>
                      </a:moveTo>
                      <a:cubicBezTo>
                        <a:pt x="17333" y="13289"/>
                        <a:pt x="19706" y="16487"/>
                        <a:pt x="19989" y="19696"/>
                      </a:cubicBezTo>
                      <a:lnTo>
                        <a:pt x="8186" y="19598"/>
                      </a:lnTo>
                      <a:cubicBezTo>
                        <a:pt x="8420" y="16798"/>
                        <a:pt x="10541" y="13505"/>
                        <a:pt x="13919" y="13398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</p:grpSp>
          <p:grpSp>
            <p:nvGrpSpPr>
              <p:cNvPr id="961" name="成组"/>
              <p:cNvGrpSpPr/>
              <p:nvPr/>
            </p:nvGrpSpPr>
            <p:grpSpPr>
              <a:xfrm>
                <a:off x="337610" y="3502869"/>
                <a:ext cx="698502" cy="698501"/>
                <a:chOff x="0" y="0"/>
                <a:chExt cx="698500" cy="698500"/>
              </a:xfrm>
            </p:grpSpPr>
            <p:sp>
              <p:nvSpPr>
                <p:cNvPr id="959" name="圆角矩形"/>
                <p:cNvSpPr/>
                <p:nvPr/>
              </p:nvSpPr>
              <p:spPr>
                <a:xfrm>
                  <a:off x="0" y="0"/>
                  <a:ext cx="698501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960" name="形状"/>
                <p:cNvSpPr/>
                <p:nvPr/>
              </p:nvSpPr>
              <p:spPr>
                <a:xfrm>
                  <a:off x="117696" y="128727"/>
                  <a:ext cx="463109" cy="4410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69" h="21403" extrusionOk="0">
                      <a:moveTo>
                        <a:pt x="4" y="16048"/>
                      </a:moveTo>
                      <a:cubicBezTo>
                        <a:pt x="98" y="15675"/>
                        <a:pt x="168" y="15293"/>
                        <a:pt x="291" y="14932"/>
                      </a:cubicBezTo>
                      <a:cubicBezTo>
                        <a:pt x="510" y="14304"/>
                        <a:pt x="886" y="13749"/>
                        <a:pt x="1378" y="13325"/>
                      </a:cubicBezTo>
                      <a:cubicBezTo>
                        <a:pt x="1473" y="13251"/>
                        <a:pt x="1517" y="13125"/>
                        <a:pt x="1490" y="13005"/>
                      </a:cubicBezTo>
                      <a:cubicBezTo>
                        <a:pt x="1140" y="10244"/>
                        <a:pt x="1777" y="7752"/>
                        <a:pt x="3403" y="5552"/>
                      </a:cubicBezTo>
                      <a:cubicBezTo>
                        <a:pt x="4315" y="4321"/>
                        <a:pt x="5505" y="3346"/>
                        <a:pt x="6866" y="2714"/>
                      </a:cubicBezTo>
                      <a:cubicBezTo>
                        <a:pt x="7004" y="2650"/>
                        <a:pt x="7114" y="2533"/>
                        <a:pt x="7173" y="2387"/>
                      </a:cubicBezTo>
                      <a:cubicBezTo>
                        <a:pt x="7904" y="845"/>
                        <a:pt x="9096" y="0"/>
                        <a:pt x="10740" y="0"/>
                      </a:cubicBezTo>
                      <a:cubicBezTo>
                        <a:pt x="12383" y="0"/>
                        <a:pt x="13575" y="846"/>
                        <a:pt x="14306" y="2387"/>
                      </a:cubicBezTo>
                      <a:cubicBezTo>
                        <a:pt x="14366" y="2533"/>
                        <a:pt x="14476" y="2649"/>
                        <a:pt x="14613" y="2714"/>
                      </a:cubicBezTo>
                      <a:cubicBezTo>
                        <a:pt x="17548" y="4110"/>
                        <a:pt x="19586" y="6992"/>
                        <a:pt x="20006" y="10337"/>
                      </a:cubicBezTo>
                      <a:cubicBezTo>
                        <a:pt x="20122" y="11238"/>
                        <a:pt x="20113" y="12150"/>
                        <a:pt x="19981" y="13048"/>
                      </a:cubicBezTo>
                      <a:cubicBezTo>
                        <a:pt x="19957" y="13211"/>
                        <a:pt x="20048" y="13270"/>
                        <a:pt x="20130" y="13350"/>
                      </a:cubicBezTo>
                      <a:cubicBezTo>
                        <a:pt x="20920" y="14071"/>
                        <a:pt x="21399" y="15094"/>
                        <a:pt x="21459" y="16189"/>
                      </a:cubicBezTo>
                      <a:cubicBezTo>
                        <a:pt x="21600" y="18252"/>
                        <a:pt x="20228" y="20076"/>
                        <a:pt x="18224" y="20481"/>
                      </a:cubicBezTo>
                      <a:cubicBezTo>
                        <a:pt x="17388" y="20658"/>
                        <a:pt x="16520" y="20523"/>
                        <a:pt x="15768" y="20100"/>
                      </a:cubicBezTo>
                      <a:cubicBezTo>
                        <a:pt x="15645" y="20021"/>
                        <a:pt x="15489" y="20025"/>
                        <a:pt x="15369" y="20110"/>
                      </a:cubicBezTo>
                      <a:cubicBezTo>
                        <a:pt x="13528" y="21208"/>
                        <a:pt x="11549" y="21600"/>
                        <a:pt x="9456" y="21311"/>
                      </a:cubicBezTo>
                      <a:cubicBezTo>
                        <a:pt x="8269" y="21150"/>
                        <a:pt x="7125" y="20740"/>
                        <a:pt x="6092" y="20105"/>
                      </a:cubicBezTo>
                      <a:cubicBezTo>
                        <a:pt x="5979" y="20022"/>
                        <a:pt x="5829" y="20018"/>
                        <a:pt x="5712" y="20095"/>
                      </a:cubicBezTo>
                      <a:cubicBezTo>
                        <a:pt x="3875" y="21106"/>
                        <a:pt x="1634" y="20375"/>
                        <a:pt x="568" y="18569"/>
                      </a:cubicBezTo>
                      <a:cubicBezTo>
                        <a:pt x="273" y="18070"/>
                        <a:pt x="90" y="17507"/>
                        <a:pt x="34" y="16922"/>
                      </a:cubicBezTo>
                      <a:cubicBezTo>
                        <a:pt x="28" y="16865"/>
                        <a:pt x="11" y="16810"/>
                        <a:pt x="0" y="16754"/>
                      </a:cubicBezTo>
                      <a:close/>
                      <a:moveTo>
                        <a:pt x="2812" y="12472"/>
                      </a:moveTo>
                      <a:cubicBezTo>
                        <a:pt x="4638" y="12015"/>
                        <a:pt x="6141" y="12528"/>
                        <a:pt x="7181" y="14156"/>
                      </a:cubicBezTo>
                      <a:cubicBezTo>
                        <a:pt x="8220" y="15785"/>
                        <a:pt x="8115" y="17428"/>
                        <a:pt x="7016" y="19025"/>
                      </a:cubicBezTo>
                      <a:cubicBezTo>
                        <a:pt x="9514" y="20289"/>
                        <a:pt x="11979" y="20290"/>
                        <a:pt x="14463" y="19025"/>
                      </a:cubicBezTo>
                      <a:cubicBezTo>
                        <a:pt x="13376" y="17441"/>
                        <a:pt x="13270" y="15806"/>
                        <a:pt x="14276" y="14197"/>
                      </a:cubicBezTo>
                      <a:cubicBezTo>
                        <a:pt x="15315" y="12535"/>
                        <a:pt x="16833" y="12010"/>
                        <a:pt x="18668" y="12472"/>
                      </a:cubicBezTo>
                      <a:cubicBezTo>
                        <a:pt x="19055" y="9258"/>
                        <a:pt x="17383" y="5876"/>
                        <a:pt x="14698" y="4375"/>
                      </a:cubicBezTo>
                      <a:cubicBezTo>
                        <a:pt x="14306" y="6703"/>
                        <a:pt x="13054" y="8182"/>
                        <a:pt x="10739" y="8183"/>
                      </a:cubicBezTo>
                      <a:cubicBezTo>
                        <a:pt x="8424" y="8184"/>
                        <a:pt x="7170" y="6706"/>
                        <a:pt x="6778" y="4376"/>
                      </a:cubicBezTo>
                      <a:cubicBezTo>
                        <a:pt x="4152" y="5836"/>
                        <a:pt x="2421" y="9193"/>
                        <a:pt x="2812" y="12472"/>
                      </a:cubicBezTo>
                      <a:close/>
                      <a:moveTo>
                        <a:pt x="1373" y="16411"/>
                      </a:moveTo>
                      <a:cubicBezTo>
                        <a:pt x="1362" y="17895"/>
                        <a:pt x="2502" y="19106"/>
                        <a:pt x="3919" y="19118"/>
                      </a:cubicBezTo>
                      <a:cubicBezTo>
                        <a:pt x="5337" y="19129"/>
                        <a:pt x="6494" y="17935"/>
                        <a:pt x="6505" y="16452"/>
                      </a:cubicBezTo>
                      <a:cubicBezTo>
                        <a:pt x="6515" y="14971"/>
                        <a:pt x="5379" y="13760"/>
                        <a:pt x="3964" y="13746"/>
                      </a:cubicBezTo>
                      <a:cubicBezTo>
                        <a:pt x="2546" y="13732"/>
                        <a:pt x="1386" y="14923"/>
                        <a:pt x="1373" y="16407"/>
                      </a:cubicBezTo>
                      <a:cubicBezTo>
                        <a:pt x="1373" y="16409"/>
                        <a:pt x="1373" y="16410"/>
                        <a:pt x="1373" y="16411"/>
                      </a:cubicBezTo>
                      <a:close/>
                      <a:moveTo>
                        <a:pt x="20107" y="16436"/>
                      </a:moveTo>
                      <a:cubicBezTo>
                        <a:pt x="20108" y="14952"/>
                        <a:pt x="18960" y="13748"/>
                        <a:pt x="17542" y="13747"/>
                      </a:cubicBezTo>
                      <a:cubicBezTo>
                        <a:pt x="16124" y="13746"/>
                        <a:pt x="14975" y="14949"/>
                        <a:pt x="14974" y="16432"/>
                      </a:cubicBezTo>
                      <a:cubicBezTo>
                        <a:pt x="14973" y="17914"/>
                        <a:pt x="16118" y="19117"/>
                        <a:pt x="17533" y="19121"/>
                      </a:cubicBezTo>
                      <a:cubicBezTo>
                        <a:pt x="18946" y="19130"/>
                        <a:pt x="20098" y="17939"/>
                        <a:pt x="20107" y="16461"/>
                      </a:cubicBezTo>
                      <a:cubicBezTo>
                        <a:pt x="20107" y="16452"/>
                        <a:pt x="20107" y="16444"/>
                        <a:pt x="20107" y="16436"/>
                      </a:cubicBezTo>
                      <a:close/>
                      <a:moveTo>
                        <a:pt x="13303" y="4106"/>
                      </a:moveTo>
                      <a:cubicBezTo>
                        <a:pt x="13305" y="2624"/>
                        <a:pt x="12159" y="1421"/>
                        <a:pt x="10743" y="1419"/>
                      </a:cubicBezTo>
                      <a:cubicBezTo>
                        <a:pt x="9327" y="1417"/>
                        <a:pt x="8178" y="2618"/>
                        <a:pt x="8176" y="4100"/>
                      </a:cubicBezTo>
                      <a:cubicBezTo>
                        <a:pt x="8174" y="5577"/>
                        <a:pt x="9313" y="6777"/>
                        <a:pt x="10724" y="6787"/>
                      </a:cubicBezTo>
                      <a:cubicBezTo>
                        <a:pt x="12139" y="6797"/>
                        <a:pt x="13293" y="5605"/>
                        <a:pt x="13303" y="4124"/>
                      </a:cubicBezTo>
                      <a:cubicBezTo>
                        <a:pt x="13303" y="4118"/>
                        <a:pt x="13303" y="4112"/>
                        <a:pt x="13303" y="4106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</p:grpSp>
          <p:sp>
            <p:nvSpPr>
              <p:cNvPr id="962" name="圆角矩形"/>
              <p:cNvSpPr/>
              <p:nvPr/>
            </p:nvSpPr>
            <p:spPr>
              <a:xfrm>
                <a:off x="6375195" y="1473615"/>
                <a:ext cx="4838833" cy="1498601"/>
              </a:xfrm>
              <a:prstGeom prst="roundRect">
                <a:avLst>
                  <a:gd name="adj" fmla="val 8898"/>
                </a:avLst>
              </a:prstGeom>
              <a:solidFill>
                <a:srgbClr val="9CA9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63" name="圆角矩形"/>
              <p:cNvSpPr/>
              <p:nvPr/>
            </p:nvSpPr>
            <p:spPr>
              <a:xfrm>
                <a:off x="6375195" y="3099110"/>
                <a:ext cx="4838833" cy="1496510"/>
              </a:xfrm>
              <a:prstGeom prst="roundRect">
                <a:avLst>
                  <a:gd name="adj" fmla="val 8592"/>
                </a:avLst>
              </a:prstGeom>
              <a:solidFill>
                <a:srgbClr val="9CA9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noAutofit/>
              </a:bodyPr>
              <a:lstStyle/>
              <a:p>
                <a:pPr>
                  <a:defRPr>
                    <a:solidFill>
                      <a:srgbClr val="59B4F6"/>
                    </a:solidFill>
                  </a:defRPr>
                </a:pPr>
                <a:endParaRPr sz="1800"/>
              </a:p>
            </p:txBody>
          </p:sp>
          <p:sp>
            <p:nvSpPr>
              <p:cNvPr id="964" name="产品营销策略"/>
              <p:cNvSpPr txBox="1"/>
              <p:nvPr/>
            </p:nvSpPr>
            <p:spPr>
              <a:xfrm>
                <a:off x="7670827" y="2101418"/>
                <a:ext cx="3037712" cy="4368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algn="ctr" defTabSz="736600">
                  <a:lnSpc>
                    <a:spcPct val="70000"/>
                  </a:lnSpc>
                  <a:spcBef>
                    <a:spcPts val="0"/>
                  </a:spcBef>
                  <a:defRPr sz="4000" spc="-79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000"/>
                  <a:t>产品营销策略</a:t>
                </a:r>
                <a:endParaRPr sz="2000"/>
              </a:p>
            </p:txBody>
          </p:sp>
          <p:sp>
            <p:nvSpPr>
              <p:cNvPr id="965" name="产品分析"/>
              <p:cNvSpPr txBox="1"/>
              <p:nvPr/>
            </p:nvSpPr>
            <p:spPr>
              <a:xfrm>
                <a:off x="7671042" y="3720955"/>
                <a:ext cx="2138934" cy="4368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4177" tIns="24177" rIns="24177" bIns="24177" numCol="1" anchor="ctr">
                <a:spAutoFit/>
              </a:bodyPr>
              <a:lstStyle>
                <a:lvl1pPr defTabSz="736600">
                  <a:lnSpc>
                    <a:spcPct val="70000"/>
                  </a:lnSpc>
                  <a:spcBef>
                    <a:spcPts val="0"/>
                  </a:spcBef>
                  <a:defRPr sz="4000">
                    <a:solidFill>
                      <a:srgbClr val="FFFFFF"/>
                    </a:solidFill>
                    <a:latin typeface="Source Han Sans CN Regular" panose="020B0300000000000000" charset="-122"/>
                    <a:ea typeface="Source Han Sans CN Regular" panose="020B0300000000000000" charset="-122"/>
                    <a:cs typeface="Source Han Sans CN Regular" panose="020B0300000000000000" charset="-122"/>
                    <a:sym typeface="Source Han Sans CN Regular" panose="020B0300000000000000" charset="-122"/>
                  </a:defRPr>
                </a:lvl1pPr>
              </a:lstStyle>
              <a:p>
                <a:r>
                  <a:rPr sz="2000"/>
                  <a:t>产品分析</a:t>
                </a:r>
                <a:endParaRPr sz="2000"/>
              </a:p>
            </p:txBody>
          </p:sp>
          <p:grpSp>
            <p:nvGrpSpPr>
              <p:cNvPr id="968" name="成组"/>
              <p:cNvGrpSpPr/>
              <p:nvPr/>
            </p:nvGrpSpPr>
            <p:grpSpPr>
              <a:xfrm>
                <a:off x="6712802" y="1881999"/>
                <a:ext cx="698502" cy="698501"/>
                <a:chOff x="0" y="0"/>
                <a:chExt cx="698500" cy="698500"/>
              </a:xfrm>
            </p:grpSpPr>
            <p:sp>
              <p:nvSpPr>
                <p:cNvPr id="966" name="圆角矩形"/>
                <p:cNvSpPr/>
                <p:nvPr/>
              </p:nvSpPr>
              <p:spPr>
                <a:xfrm>
                  <a:off x="0" y="0"/>
                  <a:ext cx="698501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967" name="形状"/>
                <p:cNvSpPr/>
                <p:nvPr/>
              </p:nvSpPr>
              <p:spPr>
                <a:xfrm>
                  <a:off x="139697" y="131556"/>
                  <a:ext cx="419106" cy="4353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86" h="21293" extrusionOk="0">
                      <a:moveTo>
                        <a:pt x="10755" y="1"/>
                      </a:moveTo>
                      <a:cubicBezTo>
                        <a:pt x="10362" y="11"/>
                        <a:pt x="9979" y="115"/>
                        <a:pt x="9598" y="297"/>
                      </a:cubicBezTo>
                      <a:cubicBezTo>
                        <a:pt x="7833" y="1142"/>
                        <a:pt x="6086" y="2026"/>
                        <a:pt x="4332" y="2890"/>
                      </a:cubicBezTo>
                      <a:cubicBezTo>
                        <a:pt x="3591" y="3254"/>
                        <a:pt x="2846" y="3605"/>
                        <a:pt x="2109" y="3976"/>
                      </a:cubicBezTo>
                      <a:cubicBezTo>
                        <a:pt x="1813" y="4111"/>
                        <a:pt x="1630" y="4406"/>
                        <a:pt x="1654" y="4717"/>
                      </a:cubicBezTo>
                      <a:cubicBezTo>
                        <a:pt x="1668" y="4809"/>
                        <a:pt x="1671" y="4906"/>
                        <a:pt x="1693" y="5001"/>
                      </a:cubicBezTo>
                      <a:cubicBezTo>
                        <a:pt x="1753" y="5259"/>
                        <a:pt x="1956" y="5405"/>
                        <a:pt x="2187" y="5519"/>
                      </a:cubicBezTo>
                      <a:cubicBezTo>
                        <a:pt x="4676" y="6744"/>
                        <a:pt x="7163" y="7970"/>
                        <a:pt x="9650" y="9198"/>
                      </a:cubicBezTo>
                      <a:cubicBezTo>
                        <a:pt x="10405" y="9570"/>
                        <a:pt x="11187" y="9536"/>
                        <a:pt x="11912" y="9198"/>
                      </a:cubicBezTo>
                      <a:cubicBezTo>
                        <a:pt x="13354" y="8522"/>
                        <a:pt x="14763" y="7793"/>
                        <a:pt x="16190" y="7087"/>
                      </a:cubicBezTo>
                      <a:cubicBezTo>
                        <a:pt x="17262" y="6555"/>
                        <a:pt x="18329" y="6025"/>
                        <a:pt x="19401" y="5494"/>
                      </a:cubicBezTo>
                      <a:cubicBezTo>
                        <a:pt x="19717" y="5358"/>
                        <a:pt x="19922" y="5045"/>
                        <a:pt x="19908" y="4717"/>
                      </a:cubicBezTo>
                      <a:cubicBezTo>
                        <a:pt x="19908" y="4363"/>
                        <a:pt x="19716" y="4134"/>
                        <a:pt x="19401" y="3976"/>
                      </a:cubicBezTo>
                      <a:cubicBezTo>
                        <a:pt x="18915" y="3730"/>
                        <a:pt x="18421" y="3477"/>
                        <a:pt x="17932" y="3235"/>
                      </a:cubicBezTo>
                      <a:cubicBezTo>
                        <a:pt x="15935" y="2249"/>
                        <a:pt x="13943" y="1269"/>
                        <a:pt x="11951" y="272"/>
                      </a:cubicBezTo>
                      <a:cubicBezTo>
                        <a:pt x="11552" y="73"/>
                        <a:pt x="11148" y="-10"/>
                        <a:pt x="10755" y="1"/>
                      </a:cubicBezTo>
                      <a:close/>
                      <a:moveTo>
                        <a:pt x="10768" y="1606"/>
                      </a:moveTo>
                      <a:cubicBezTo>
                        <a:pt x="10962" y="1606"/>
                        <a:pt x="11158" y="1659"/>
                        <a:pt x="11366" y="1766"/>
                      </a:cubicBezTo>
                      <a:cubicBezTo>
                        <a:pt x="12662" y="2430"/>
                        <a:pt x="13976" y="3060"/>
                        <a:pt x="15280" y="3704"/>
                      </a:cubicBezTo>
                      <a:lnTo>
                        <a:pt x="17360" y="4741"/>
                      </a:lnTo>
                      <a:cubicBezTo>
                        <a:pt x="16581" y="5127"/>
                        <a:pt x="15834" y="5496"/>
                        <a:pt x="15085" y="5865"/>
                      </a:cubicBezTo>
                      <a:cubicBezTo>
                        <a:pt x="13791" y="6497"/>
                        <a:pt x="12502" y="7134"/>
                        <a:pt x="11210" y="7766"/>
                      </a:cubicBezTo>
                      <a:cubicBezTo>
                        <a:pt x="10960" y="7905"/>
                        <a:pt x="10647" y="7907"/>
                        <a:pt x="10391" y="7778"/>
                      </a:cubicBezTo>
                      <a:cubicBezTo>
                        <a:pt x="8337" y="6772"/>
                        <a:pt x="6290" y="5769"/>
                        <a:pt x="4202" y="4741"/>
                      </a:cubicBezTo>
                      <a:cubicBezTo>
                        <a:pt x="4718" y="4483"/>
                        <a:pt x="5206" y="4235"/>
                        <a:pt x="5684" y="4001"/>
                      </a:cubicBezTo>
                      <a:cubicBezTo>
                        <a:pt x="7188" y="3256"/>
                        <a:pt x="8685" y="2519"/>
                        <a:pt x="10183" y="1766"/>
                      </a:cubicBezTo>
                      <a:cubicBezTo>
                        <a:pt x="10388" y="1663"/>
                        <a:pt x="10574" y="1605"/>
                        <a:pt x="10768" y="1606"/>
                      </a:cubicBezTo>
                      <a:close/>
                      <a:moveTo>
                        <a:pt x="20546" y="7112"/>
                      </a:moveTo>
                      <a:cubicBezTo>
                        <a:pt x="20353" y="7109"/>
                        <a:pt x="20150" y="7162"/>
                        <a:pt x="19947" y="7285"/>
                      </a:cubicBezTo>
                      <a:cubicBezTo>
                        <a:pt x="19568" y="7511"/>
                        <a:pt x="19161" y="7710"/>
                        <a:pt x="18764" y="7914"/>
                      </a:cubicBezTo>
                      <a:lnTo>
                        <a:pt x="12731" y="11025"/>
                      </a:lnTo>
                      <a:cubicBezTo>
                        <a:pt x="11994" y="11406"/>
                        <a:pt x="11632" y="12018"/>
                        <a:pt x="11626" y="12791"/>
                      </a:cubicBezTo>
                      <a:cubicBezTo>
                        <a:pt x="11609" y="15264"/>
                        <a:pt x="11625" y="17737"/>
                        <a:pt x="11613" y="20211"/>
                      </a:cubicBezTo>
                      <a:cubicBezTo>
                        <a:pt x="11610" y="20932"/>
                        <a:pt x="12386" y="21590"/>
                        <a:pt x="13212" y="21136"/>
                      </a:cubicBezTo>
                      <a:cubicBezTo>
                        <a:pt x="14248" y="20570"/>
                        <a:pt x="15308" y="20047"/>
                        <a:pt x="16359" y="19507"/>
                      </a:cubicBezTo>
                      <a:cubicBezTo>
                        <a:pt x="17700" y="18821"/>
                        <a:pt x="19038" y="18137"/>
                        <a:pt x="20377" y="17445"/>
                      </a:cubicBezTo>
                      <a:cubicBezTo>
                        <a:pt x="21183" y="17028"/>
                        <a:pt x="21586" y="16382"/>
                        <a:pt x="21586" y="15507"/>
                      </a:cubicBezTo>
                      <a:cubicBezTo>
                        <a:pt x="21586" y="14322"/>
                        <a:pt x="21586" y="13136"/>
                        <a:pt x="21586" y="11951"/>
                      </a:cubicBezTo>
                      <a:cubicBezTo>
                        <a:pt x="21586" y="10700"/>
                        <a:pt x="21562" y="9450"/>
                        <a:pt x="21586" y="8198"/>
                      </a:cubicBezTo>
                      <a:cubicBezTo>
                        <a:pt x="21597" y="7630"/>
                        <a:pt x="21123" y="7120"/>
                        <a:pt x="20546" y="7112"/>
                      </a:cubicBezTo>
                      <a:close/>
                      <a:moveTo>
                        <a:pt x="873" y="7136"/>
                      </a:moveTo>
                      <a:cubicBezTo>
                        <a:pt x="303" y="7282"/>
                        <a:pt x="2" y="7647"/>
                        <a:pt x="2" y="8211"/>
                      </a:cubicBezTo>
                      <a:cubicBezTo>
                        <a:pt x="-1" y="10597"/>
                        <a:pt x="-1" y="12985"/>
                        <a:pt x="2" y="15371"/>
                      </a:cubicBezTo>
                      <a:cubicBezTo>
                        <a:pt x="-3" y="15583"/>
                        <a:pt x="16" y="15792"/>
                        <a:pt x="54" y="16001"/>
                      </a:cubicBezTo>
                      <a:cubicBezTo>
                        <a:pt x="174" y="16567"/>
                        <a:pt x="459" y="17037"/>
                        <a:pt x="1004" y="17322"/>
                      </a:cubicBezTo>
                      <a:cubicBezTo>
                        <a:pt x="2445" y="18076"/>
                        <a:pt x="3899" y="18822"/>
                        <a:pt x="5346" y="19569"/>
                      </a:cubicBezTo>
                      <a:cubicBezTo>
                        <a:pt x="6262" y="20040"/>
                        <a:pt x="7169" y="20513"/>
                        <a:pt x="8090" y="20976"/>
                      </a:cubicBezTo>
                      <a:cubicBezTo>
                        <a:pt x="8337" y="21100"/>
                        <a:pt x="8601" y="21246"/>
                        <a:pt x="8870" y="21285"/>
                      </a:cubicBezTo>
                      <a:cubicBezTo>
                        <a:pt x="9418" y="21362"/>
                        <a:pt x="9949" y="20850"/>
                        <a:pt x="9949" y="20297"/>
                      </a:cubicBezTo>
                      <a:cubicBezTo>
                        <a:pt x="9949" y="19023"/>
                        <a:pt x="9949" y="17756"/>
                        <a:pt x="9949" y="16482"/>
                      </a:cubicBezTo>
                      <a:cubicBezTo>
                        <a:pt x="9949" y="15231"/>
                        <a:pt x="9959" y="13967"/>
                        <a:pt x="9949" y="12717"/>
                      </a:cubicBezTo>
                      <a:cubicBezTo>
                        <a:pt x="9941" y="12046"/>
                        <a:pt x="9635" y="11498"/>
                        <a:pt x="9039" y="11136"/>
                      </a:cubicBezTo>
                      <a:cubicBezTo>
                        <a:pt x="8504" y="10812"/>
                        <a:pt x="7933" y="10537"/>
                        <a:pt x="7375" y="10248"/>
                      </a:cubicBezTo>
                      <a:cubicBezTo>
                        <a:pt x="6440" y="9764"/>
                        <a:pt x="5502" y="9283"/>
                        <a:pt x="4566" y="8803"/>
                      </a:cubicBezTo>
                      <a:cubicBezTo>
                        <a:pt x="3546" y="8282"/>
                        <a:pt x="2530" y="7755"/>
                        <a:pt x="1511" y="7235"/>
                      </a:cubicBezTo>
                      <a:cubicBezTo>
                        <a:pt x="1310" y="7130"/>
                        <a:pt x="1107" y="7077"/>
                        <a:pt x="873" y="7136"/>
                      </a:cubicBezTo>
                      <a:close/>
                      <a:moveTo>
                        <a:pt x="19908" y="9112"/>
                      </a:moveTo>
                      <a:lnTo>
                        <a:pt x="19908" y="9433"/>
                      </a:lnTo>
                      <a:cubicBezTo>
                        <a:pt x="19909" y="11443"/>
                        <a:pt x="19910" y="13447"/>
                        <a:pt x="19921" y="15457"/>
                      </a:cubicBezTo>
                      <a:cubicBezTo>
                        <a:pt x="19924" y="15756"/>
                        <a:pt x="19808" y="15941"/>
                        <a:pt x="19544" y="16075"/>
                      </a:cubicBezTo>
                      <a:cubicBezTo>
                        <a:pt x="18525" y="16591"/>
                        <a:pt x="17506" y="17120"/>
                        <a:pt x="16489" y="17643"/>
                      </a:cubicBezTo>
                      <a:cubicBezTo>
                        <a:pt x="15541" y="18131"/>
                        <a:pt x="14588" y="18620"/>
                        <a:pt x="13641" y="19112"/>
                      </a:cubicBezTo>
                      <a:cubicBezTo>
                        <a:pt x="13537" y="19166"/>
                        <a:pt x="13432" y="19221"/>
                        <a:pt x="13303" y="19285"/>
                      </a:cubicBezTo>
                      <a:cubicBezTo>
                        <a:pt x="13299" y="19190"/>
                        <a:pt x="13290" y="19126"/>
                        <a:pt x="13290" y="19062"/>
                      </a:cubicBezTo>
                      <a:cubicBezTo>
                        <a:pt x="13290" y="17022"/>
                        <a:pt x="13303" y="14978"/>
                        <a:pt x="13290" y="12939"/>
                      </a:cubicBezTo>
                      <a:cubicBezTo>
                        <a:pt x="13289" y="12629"/>
                        <a:pt x="13419" y="12462"/>
                        <a:pt x="13694" y="12322"/>
                      </a:cubicBezTo>
                      <a:cubicBezTo>
                        <a:pt x="15331" y="11484"/>
                        <a:pt x="16963" y="10637"/>
                        <a:pt x="18595" y="9791"/>
                      </a:cubicBezTo>
                      <a:lnTo>
                        <a:pt x="19908" y="9112"/>
                      </a:lnTo>
                      <a:close/>
                      <a:moveTo>
                        <a:pt x="1680" y="9124"/>
                      </a:moveTo>
                      <a:cubicBezTo>
                        <a:pt x="2057" y="9315"/>
                        <a:pt x="2424" y="9483"/>
                        <a:pt x="2785" y="9667"/>
                      </a:cubicBezTo>
                      <a:cubicBezTo>
                        <a:pt x="3721" y="10146"/>
                        <a:pt x="4644" y="10632"/>
                        <a:pt x="5580" y="11112"/>
                      </a:cubicBezTo>
                      <a:cubicBezTo>
                        <a:pt x="6381" y="11522"/>
                        <a:pt x="7182" y="11930"/>
                        <a:pt x="7986" y="12334"/>
                      </a:cubicBezTo>
                      <a:cubicBezTo>
                        <a:pt x="8197" y="12436"/>
                        <a:pt x="8327" y="12652"/>
                        <a:pt x="8311" y="12877"/>
                      </a:cubicBezTo>
                      <a:cubicBezTo>
                        <a:pt x="8311" y="14997"/>
                        <a:pt x="8311" y="17116"/>
                        <a:pt x="8311" y="19285"/>
                      </a:cubicBezTo>
                      <a:cubicBezTo>
                        <a:pt x="8083" y="19175"/>
                        <a:pt x="7888" y="19093"/>
                        <a:pt x="7700" y="18988"/>
                      </a:cubicBezTo>
                      <a:cubicBezTo>
                        <a:pt x="6554" y="18402"/>
                        <a:pt x="5412" y="17812"/>
                        <a:pt x="4267" y="17223"/>
                      </a:cubicBezTo>
                      <a:cubicBezTo>
                        <a:pt x="3500" y="16831"/>
                        <a:pt x="2731" y="16436"/>
                        <a:pt x="1966" y="16038"/>
                      </a:cubicBezTo>
                      <a:cubicBezTo>
                        <a:pt x="1790" y="15946"/>
                        <a:pt x="1667" y="15818"/>
                        <a:pt x="1667" y="15606"/>
                      </a:cubicBezTo>
                      <a:cubicBezTo>
                        <a:pt x="1667" y="13485"/>
                        <a:pt x="1667" y="11369"/>
                        <a:pt x="1667" y="9248"/>
                      </a:cubicBezTo>
                      <a:cubicBezTo>
                        <a:pt x="1667" y="9218"/>
                        <a:pt x="1673" y="9190"/>
                        <a:pt x="1680" y="9124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</p:grpSp>
          <p:grpSp>
            <p:nvGrpSpPr>
              <p:cNvPr id="971" name="成组"/>
              <p:cNvGrpSpPr/>
              <p:nvPr/>
            </p:nvGrpSpPr>
            <p:grpSpPr>
              <a:xfrm>
                <a:off x="6712802" y="3502869"/>
                <a:ext cx="698502" cy="698501"/>
                <a:chOff x="0" y="0"/>
                <a:chExt cx="698500" cy="698500"/>
              </a:xfrm>
            </p:grpSpPr>
            <p:sp>
              <p:nvSpPr>
                <p:cNvPr id="969" name="圆角矩形"/>
                <p:cNvSpPr/>
                <p:nvPr/>
              </p:nvSpPr>
              <p:spPr>
                <a:xfrm>
                  <a:off x="0" y="0"/>
                  <a:ext cx="698501" cy="698501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pPr>
                    <a:defRPr sz="5500"/>
                  </a:pPr>
                  <a:endParaRPr sz="2800"/>
                </a:p>
              </p:txBody>
            </p:sp>
            <p:sp>
              <p:nvSpPr>
                <p:cNvPr id="970" name="形状"/>
                <p:cNvSpPr/>
                <p:nvPr/>
              </p:nvSpPr>
              <p:spPr>
                <a:xfrm>
                  <a:off x="123003" y="122944"/>
                  <a:ext cx="452493" cy="45261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61" h="21500" extrusionOk="0">
                      <a:moveTo>
                        <a:pt x="2243" y="2"/>
                      </a:moveTo>
                      <a:cubicBezTo>
                        <a:pt x="1075" y="5"/>
                        <a:pt x="9" y="1075"/>
                        <a:pt x="4" y="2245"/>
                      </a:cubicBezTo>
                      <a:cubicBezTo>
                        <a:pt x="4" y="3061"/>
                        <a:pt x="4" y="3871"/>
                        <a:pt x="4" y="4691"/>
                      </a:cubicBezTo>
                      <a:cubicBezTo>
                        <a:pt x="4" y="5502"/>
                        <a:pt x="-1" y="6320"/>
                        <a:pt x="4" y="7137"/>
                      </a:cubicBezTo>
                      <a:cubicBezTo>
                        <a:pt x="7" y="8349"/>
                        <a:pt x="1051" y="9399"/>
                        <a:pt x="2266" y="9404"/>
                      </a:cubicBezTo>
                      <a:cubicBezTo>
                        <a:pt x="3886" y="9408"/>
                        <a:pt x="5508" y="9395"/>
                        <a:pt x="7127" y="9404"/>
                      </a:cubicBezTo>
                      <a:cubicBezTo>
                        <a:pt x="8314" y="9410"/>
                        <a:pt x="9397" y="8316"/>
                        <a:pt x="9390" y="7137"/>
                      </a:cubicBezTo>
                      <a:cubicBezTo>
                        <a:pt x="9382" y="5516"/>
                        <a:pt x="9382" y="3890"/>
                        <a:pt x="9390" y="2269"/>
                      </a:cubicBezTo>
                      <a:cubicBezTo>
                        <a:pt x="9396" y="1076"/>
                        <a:pt x="8310" y="2"/>
                        <a:pt x="7127" y="2"/>
                      </a:cubicBezTo>
                      <a:cubicBezTo>
                        <a:pt x="5499" y="2"/>
                        <a:pt x="3871" y="2"/>
                        <a:pt x="2243" y="2"/>
                      </a:cubicBezTo>
                      <a:close/>
                      <a:moveTo>
                        <a:pt x="13581" y="2"/>
                      </a:moveTo>
                      <a:cubicBezTo>
                        <a:pt x="13331" y="3"/>
                        <a:pt x="13086" y="25"/>
                        <a:pt x="12839" y="62"/>
                      </a:cubicBezTo>
                      <a:cubicBezTo>
                        <a:pt x="11852" y="212"/>
                        <a:pt x="10947" y="1240"/>
                        <a:pt x="10947" y="2233"/>
                      </a:cubicBezTo>
                      <a:cubicBezTo>
                        <a:pt x="10941" y="3891"/>
                        <a:pt x="10941" y="5551"/>
                        <a:pt x="10947" y="7209"/>
                      </a:cubicBezTo>
                      <a:cubicBezTo>
                        <a:pt x="10950" y="8240"/>
                        <a:pt x="11911" y="9308"/>
                        <a:pt x="12934" y="9392"/>
                      </a:cubicBezTo>
                      <a:cubicBezTo>
                        <a:pt x="13590" y="9449"/>
                        <a:pt x="14251" y="9452"/>
                        <a:pt x="14910" y="9452"/>
                      </a:cubicBezTo>
                      <a:cubicBezTo>
                        <a:pt x="16071" y="9447"/>
                        <a:pt x="17235" y="9453"/>
                        <a:pt x="18394" y="9392"/>
                      </a:cubicBezTo>
                      <a:cubicBezTo>
                        <a:pt x="19357" y="9343"/>
                        <a:pt x="20304" y="8311"/>
                        <a:pt x="20334" y="7341"/>
                      </a:cubicBezTo>
                      <a:cubicBezTo>
                        <a:pt x="20360" y="6476"/>
                        <a:pt x="20334" y="5605"/>
                        <a:pt x="20334" y="4739"/>
                      </a:cubicBezTo>
                      <a:lnTo>
                        <a:pt x="20357" y="4751"/>
                      </a:lnTo>
                      <a:cubicBezTo>
                        <a:pt x="20357" y="3996"/>
                        <a:pt x="20361" y="3239"/>
                        <a:pt x="20357" y="2485"/>
                      </a:cubicBezTo>
                      <a:cubicBezTo>
                        <a:pt x="20365" y="2289"/>
                        <a:pt x="20345" y="2089"/>
                        <a:pt x="20310" y="1897"/>
                      </a:cubicBezTo>
                      <a:cubicBezTo>
                        <a:pt x="20044" y="736"/>
                        <a:pt x="19113" y="2"/>
                        <a:pt x="17915" y="2"/>
                      </a:cubicBezTo>
                      <a:cubicBezTo>
                        <a:pt x="16473" y="2"/>
                        <a:pt x="15023" y="-3"/>
                        <a:pt x="13581" y="2"/>
                      </a:cubicBezTo>
                      <a:close/>
                      <a:moveTo>
                        <a:pt x="2470" y="1561"/>
                      </a:moveTo>
                      <a:cubicBezTo>
                        <a:pt x="3959" y="1561"/>
                        <a:pt x="5446" y="1561"/>
                        <a:pt x="6936" y="1561"/>
                      </a:cubicBezTo>
                      <a:cubicBezTo>
                        <a:pt x="7508" y="1562"/>
                        <a:pt x="7822" y="1884"/>
                        <a:pt x="7822" y="2461"/>
                      </a:cubicBezTo>
                      <a:cubicBezTo>
                        <a:pt x="7822" y="3207"/>
                        <a:pt x="7822" y="3946"/>
                        <a:pt x="7822" y="4691"/>
                      </a:cubicBezTo>
                      <a:lnTo>
                        <a:pt x="7822" y="4703"/>
                      </a:lnTo>
                      <a:cubicBezTo>
                        <a:pt x="7825" y="5449"/>
                        <a:pt x="7821" y="6191"/>
                        <a:pt x="7822" y="6934"/>
                      </a:cubicBezTo>
                      <a:cubicBezTo>
                        <a:pt x="7821" y="7508"/>
                        <a:pt x="7511" y="7821"/>
                        <a:pt x="6936" y="7821"/>
                      </a:cubicBezTo>
                      <a:cubicBezTo>
                        <a:pt x="5447" y="7821"/>
                        <a:pt x="3948" y="7821"/>
                        <a:pt x="2458" y="7821"/>
                      </a:cubicBezTo>
                      <a:cubicBezTo>
                        <a:pt x="1886" y="7820"/>
                        <a:pt x="1572" y="7510"/>
                        <a:pt x="1572" y="6934"/>
                      </a:cubicBezTo>
                      <a:cubicBezTo>
                        <a:pt x="1572" y="5442"/>
                        <a:pt x="1572" y="3951"/>
                        <a:pt x="1572" y="2461"/>
                      </a:cubicBezTo>
                      <a:cubicBezTo>
                        <a:pt x="1573" y="1885"/>
                        <a:pt x="1895" y="1561"/>
                        <a:pt x="2470" y="1561"/>
                      </a:cubicBezTo>
                      <a:close/>
                      <a:moveTo>
                        <a:pt x="13365" y="1609"/>
                      </a:moveTo>
                      <a:cubicBezTo>
                        <a:pt x="14127" y="1638"/>
                        <a:pt x="14886" y="1621"/>
                        <a:pt x="15652" y="1621"/>
                      </a:cubicBezTo>
                      <a:cubicBezTo>
                        <a:pt x="16434" y="1621"/>
                        <a:pt x="17218" y="1618"/>
                        <a:pt x="17999" y="1621"/>
                      </a:cubicBezTo>
                      <a:cubicBezTo>
                        <a:pt x="18467" y="1623"/>
                        <a:pt x="18765" y="1922"/>
                        <a:pt x="18765" y="2401"/>
                      </a:cubicBezTo>
                      <a:cubicBezTo>
                        <a:pt x="18768" y="3947"/>
                        <a:pt x="18768" y="5495"/>
                        <a:pt x="18765" y="7042"/>
                      </a:cubicBezTo>
                      <a:cubicBezTo>
                        <a:pt x="18764" y="7530"/>
                        <a:pt x="18459" y="7833"/>
                        <a:pt x="17963" y="7833"/>
                      </a:cubicBezTo>
                      <a:cubicBezTo>
                        <a:pt x="16437" y="7834"/>
                        <a:pt x="14914" y="7823"/>
                        <a:pt x="13389" y="7845"/>
                      </a:cubicBezTo>
                      <a:cubicBezTo>
                        <a:pt x="12965" y="7850"/>
                        <a:pt x="12527" y="7572"/>
                        <a:pt x="12527" y="7030"/>
                      </a:cubicBezTo>
                      <a:cubicBezTo>
                        <a:pt x="12517" y="5491"/>
                        <a:pt x="12517" y="3948"/>
                        <a:pt x="12527" y="2413"/>
                      </a:cubicBezTo>
                      <a:cubicBezTo>
                        <a:pt x="12527" y="2391"/>
                        <a:pt x="12526" y="2375"/>
                        <a:pt x="12527" y="2353"/>
                      </a:cubicBezTo>
                      <a:cubicBezTo>
                        <a:pt x="12554" y="1918"/>
                        <a:pt x="12932" y="1582"/>
                        <a:pt x="13365" y="1609"/>
                      </a:cubicBezTo>
                      <a:close/>
                      <a:moveTo>
                        <a:pt x="2207" y="10963"/>
                      </a:moveTo>
                      <a:cubicBezTo>
                        <a:pt x="1072" y="10971"/>
                        <a:pt x="4" y="12045"/>
                        <a:pt x="4" y="13181"/>
                      </a:cubicBezTo>
                      <a:cubicBezTo>
                        <a:pt x="-1" y="14841"/>
                        <a:pt x="-1" y="16511"/>
                        <a:pt x="4" y="18170"/>
                      </a:cubicBezTo>
                      <a:cubicBezTo>
                        <a:pt x="4" y="19265"/>
                        <a:pt x="1048" y="20337"/>
                        <a:pt x="2147" y="20364"/>
                      </a:cubicBezTo>
                      <a:cubicBezTo>
                        <a:pt x="3003" y="20384"/>
                        <a:pt x="3852" y="20364"/>
                        <a:pt x="4709" y="20364"/>
                      </a:cubicBezTo>
                      <a:cubicBezTo>
                        <a:pt x="5565" y="20364"/>
                        <a:pt x="6427" y="20370"/>
                        <a:pt x="7283" y="20352"/>
                      </a:cubicBezTo>
                      <a:cubicBezTo>
                        <a:pt x="8341" y="20332"/>
                        <a:pt x="9390" y="19248"/>
                        <a:pt x="9390" y="18182"/>
                      </a:cubicBezTo>
                      <a:cubicBezTo>
                        <a:pt x="9397" y="16504"/>
                        <a:pt x="9397" y="14835"/>
                        <a:pt x="9390" y="13157"/>
                      </a:cubicBezTo>
                      <a:cubicBezTo>
                        <a:pt x="9386" y="12039"/>
                        <a:pt x="8298" y="10967"/>
                        <a:pt x="7175" y="10963"/>
                      </a:cubicBezTo>
                      <a:cubicBezTo>
                        <a:pt x="5519" y="10957"/>
                        <a:pt x="3863" y="10957"/>
                        <a:pt x="2207" y="10963"/>
                      </a:cubicBezTo>
                      <a:close/>
                      <a:moveTo>
                        <a:pt x="15832" y="10963"/>
                      </a:moveTo>
                      <a:cubicBezTo>
                        <a:pt x="14838" y="10924"/>
                        <a:pt x="13831" y="11205"/>
                        <a:pt x="12970" y="11802"/>
                      </a:cubicBezTo>
                      <a:cubicBezTo>
                        <a:pt x="10835" y="13284"/>
                        <a:pt x="10306" y="16223"/>
                        <a:pt x="11785" y="18362"/>
                      </a:cubicBezTo>
                      <a:cubicBezTo>
                        <a:pt x="12491" y="19376"/>
                        <a:pt x="13460" y="20034"/>
                        <a:pt x="14670" y="20280"/>
                      </a:cubicBezTo>
                      <a:cubicBezTo>
                        <a:pt x="15994" y="20549"/>
                        <a:pt x="17233" y="20317"/>
                        <a:pt x="18382" y="19513"/>
                      </a:cubicBezTo>
                      <a:cubicBezTo>
                        <a:pt x="18454" y="19602"/>
                        <a:pt x="18513" y="19681"/>
                        <a:pt x="18585" y="19753"/>
                      </a:cubicBezTo>
                      <a:cubicBezTo>
                        <a:pt x="19122" y="20282"/>
                        <a:pt x="19655" y="20819"/>
                        <a:pt x="20214" y="21324"/>
                      </a:cubicBezTo>
                      <a:cubicBezTo>
                        <a:pt x="20516" y="21597"/>
                        <a:pt x="20958" y="21538"/>
                        <a:pt x="21243" y="21252"/>
                      </a:cubicBezTo>
                      <a:cubicBezTo>
                        <a:pt x="21500" y="20995"/>
                        <a:pt x="21599" y="20474"/>
                        <a:pt x="21148" y="20041"/>
                      </a:cubicBezTo>
                      <a:cubicBezTo>
                        <a:pt x="20591" y="19506"/>
                        <a:pt x="20050" y="18943"/>
                        <a:pt x="19495" y="18386"/>
                      </a:cubicBezTo>
                      <a:cubicBezTo>
                        <a:pt x="20935" y="16297"/>
                        <a:pt x="20513" y="13562"/>
                        <a:pt x="18621" y="12018"/>
                      </a:cubicBezTo>
                      <a:cubicBezTo>
                        <a:pt x="17809" y="11356"/>
                        <a:pt x="16826" y="11002"/>
                        <a:pt x="15832" y="10963"/>
                      </a:cubicBezTo>
                      <a:close/>
                      <a:moveTo>
                        <a:pt x="2398" y="12546"/>
                      </a:moveTo>
                      <a:cubicBezTo>
                        <a:pt x="3935" y="12535"/>
                        <a:pt x="5460" y="12535"/>
                        <a:pt x="6996" y="12546"/>
                      </a:cubicBezTo>
                      <a:cubicBezTo>
                        <a:pt x="7514" y="12550"/>
                        <a:pt x="7822" y="12875"/>
                        <a:pt x="7822" y="13397"/>
                      </a:cubicBezTo>
                      <a:cubicBezTo>
                        <a:pt x="7825" y="14917"/>
                        <a:pt x="7825" y="16434"/>
                        <a:pt x="7822" y="17954"/>
                      </a:cubicBezTo>
                      <a:cubicBezTo>
                        <a:pt x="7821" y="18461"/>
                        <a:pt x="7489" y="18794"/>
                        <a:pt x="6984" y="18794"/>
                      </a:cubicBezTo>
                      <a:cubicBezTo>
                        <a:pt x="6220" y="18794"/>
                        <a:pt x="5463" y="18794"/>
                        <a:pt x="4697" y="18794"/>
                      </a:cubicBezTo>
                      <a:cubicBezTo>
                        <a:pt x="3933" y="18794"/>
                        <a:pt x="3162" y="18797"/>
                        <a:pt x="2398" y="18794"/>
                      </a:cubicBezTo>
                      <a:cubicBezTo>
                        <a:pt x="1910" y="18792"/>
                        <a:pt x="1572" y="18478"/>
                        <a:pt x="1572" y="17990"/>
                      </a:cubicBezTo>
                      <a:cubicBezTo>
                        <a:pt x="1565" y="16452"/>
                        <a:pt x="1565" y="14911"/>
                        <a:pt x="1572" y="13373"/>
                      </a:cubicBezTo>
                      <a:cubicBezTo>
                        <a:pt x="1574" y="12872"/>
                        <a:pt x="1889" y="12550"/>
                        <a:pt x="2398" y="12546"/>
                      </a:cubicBezTo>
                      <a:close/>
                      <a:moveTo>
                        <a:pt x="15652" y="12546"/>
                      </a:moveTo>
                      <a:cubicBezTo>
                        <a:pt x="17448" y="12532"/>
                        <a:pt x="18770" y="13979"/>
                        <a:pt x="18777" y="15676"/>
                      </a:cubicBezTo>
                      <a:cubicBezTo>
                        <a:pt x="18775" y="17401"/>
                        <a:pt x="17375" y="18795"/>
                        <a:pt x="15652" y="18794"/>
                      </a:cubicBezTo>
                      <a:cubicBezTo>
                        <a:pt x="13948" y="18784"/>
                        <a:pt x="12538" y="17444"/>
                        <a:pt x="12539" y="15688"/>
                      </a:cubicBezTo>
                      <a:cubicBezTo>
                        <a:pt x="12540" y="13931"/>
                        <a:pt x="13857" y="12560"/>
                        <a:pt x="15652" y="12546"/>
                      </a:cubicBezTo>
                      <a:close/>
                      <a:moveTo>
                        <a:pt x="15748" y="13313"/>
                      </a:moveTo>
                      <a:cubicBezTo>
                        <a:pt x="14515" y="13207"/>
                        <a:pt x="13293" y="14336"/>
                        <a:pt x="13293" y="15580"/>
                      </a:cubicBezTo>
                      <a:lnTo>
                        <a:pt x="13305" y="15628"/>
                      </a:lnTo>
                      <a:cubicBezTo>
                        <a:pt x="13307" y="16087"/>
                        <a:pt x="13606" y="16439"/>
                        <a:pt x="14024" y="16455"/>
                      </a:cubicBezTo>
                      <a:cubicBezTo>
                        <a:pt x="14526" y="16475"/>
                        <a:pt x="14826" y="16209"/>
                        <a:pt x="14874" y="15712"/>
                      </a:cubicBezTo>
                      <a:cubicBezTo>
                        <a:pt x="14926" y="15175"/>
                        <a:pt x="15173" y="14946"/>
                        <a:pt x="15760" y="14884"/>
                      </a:cubicBezTo>
                      <a:cubicBezTo>
                        <a:pt x="16174" y="14841"/>
                        <a:pt x="16430" y="14533"/>
                        <a:pt x="16430" y="14093"/>
                      </a:cubicBezTo>
                      <a:cubicBezTo>
                        <a:pt x="16431" y="13698"/>
                        <a:pt x="16139" y="13359"/>
                        <a:pt x="15748" y="13313"/>
                      </a:cubicBezTo>
                      <a:close/>
                    </a:path>
                  </a:pathLst>
                </a:custGeom>
                <a:solidFill>
                  <a:srgbClr val="9CA9E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4177" tIns="24177" rIns="24177" bIns="24177" numCol="1" anchor="ctr">
                  <a:noAutofit/>
                </a:bodyPr>
                <a:lstStyle/>
                <a:p>
                  <a:endParaRPr sz="1800"/>
                </a:p>
              </p:txBody>
            </p:sp>
          </p:grpSp>
        </p:grpSp>
      </p:grpSp>
      <p:sp>
        <p:nvSpPr>
          <p:cNvPr id="12" name="请在此输入页面标题"/>
          <p:cNvSpPr txBox="1"/>
          <p:nvPr/>
        </p:nvSpPr>
        <p:spPr>
          <a:xfrm>
            <a:off x="10012045" y="3429076"/>
            <a:ext cx="4278630" cy="73533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r>
              <a:rPr lang="zh-CN" sz="3600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百度自有核心</a:t>
            </a:r>
            <a:r>
              <a:rPr lang="en-US" altLang="zh-CN" sz="3600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AI</a:t>
            </a:r>
            <a:r>
              <a:rPr lang="zh-CN" sz="3600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能力</a:t>
            </a:r>
            <a:endParaRPr lang="zh-CN" sz="3600" spc="0" dirty="0" err="1">
              <a:latin typeface="微软雅黑" charset="0"/>
              <a:ea typeface="微软雅黑" charset="0"/>
              <a:cs typeface="微软雅黑" charset="0"/>
              <a:sym typeface="FZYouH_509R"/>
            </a:endParaRPr>
          </a:p>
        </p:txBody>
      </p:sp>
      <p:sp>
        <p:nvSpPr>
          <p:cNvPr id="14" name="请在此输入页面标题"/>
          <p:cNvSpPr txBox="1"/>
          <p:nvPr/>
        </p:nvSpPr>
        <p:spPr>
          <a:xfrm>
            <a:off x="10645775" y="5909386"/>
            <a:ext cx="3383280" cy="73533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r>
              <a:rPr lang="zh-CN" sz="3600" spc="0" dirty="0" err="1">
                <a:latin typeface="微软雅黑" charset="0"/>
                <a:ea typeface="微软雅黑" charset="0"/>
                <a:cs typeface="微软雅黑" charset="0"/>
                <a:sym typeface="FZYouH_509R"/>
              </a:rPr>
              <a:t>第三方优质能力</a:t>
            </a:r>
            <a:endParaRPr lang="zh-CN" sz="3600" spc="0" dirty="0" err="1">
              <a:latin typeface="微软雅黑" charset="0"/>
              <a:ea typeface="微软雅黑" charset="0"/>
              <a:cs typeface="微软雅黑" charset="0"/>
              <a:sym typeface="FZYouH_509R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5" grpId="2" bldLvl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层 9.png" descr="图层 9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1649416">
            <a:off x="-767913" y="1072245"/>
            <a:ext cx="2961590" cy="2998088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7755603" rotWithShape="0">
              <a:srgbClr val="C89E56">
                <a:alpha val="6846"/>
              </a:srgbClr>
            </a:outerShdw>
          </a:effectLst>
        </p:spPr>
      </p:pic>
      <p:sp>
        <p:nvSpPr>
          <p:cNvPr id="46" name="请在此输入页面标题"/>
          <p:cNvSpPr txBox="1"/>
          <p:nvPr/>
        </p:nvSpPr>
        <p:spPr>
          <a:xfrm>
            <a:off x="9585960" y="1233881"/>
            <a:ext cx="5212080" cy="1196975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 algn="ctr"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lvl1pPr>
          </a:lstStyle>
          <a:p>
            <a:r>
              <a:rPr lang="zh-CN" sz="6600" spc="0" dirty="0" err="1">
                <a:latin typeface="微软雅黑" charset="0"/>
                <a:ea typeface="微软雅黑" charset="0"/>
                <a:sym typeface="FZYouH_509R"/>
              </a:rPr>
              <a:t>典型应用场景</a:t>
            </a:r>
            <a:endParaRPr lang="zh-CN" sz="6600" spc="0" dirty="0" err="1">
              <a:latin typeface="微软雅黑" charset="0"/>
              <a:ea typeface="微软雅黑" charset="0"/>
              <a:sym typeface="FZYouH_509R"/>
            </a:endParaRPr>
          </a:p>
        </p:txBody>
      </p:sp>
      <p:pic>
        <p:nvPicPr>
          <p:cNvPr id="98" name="图层 10.png" descr="图层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8166" y="10809589"/>
            <a:ext cx="2404417" cy="2273906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444500" dist="635000" dir="2245377" rotWithShape="0">
              <a:srgbClr val="0247C8">
                <a:alpha val="26372"/>
              </a:srgbClr>
            </a:outerShdw>
          </a:effectLst>
        </p:spPr>
      </p:pic>
      <p:sp>
        <p:nvSpPr>
          <p:cNvPr id="18" name="矩形: 圆角 62"/>
          <p:cNvSpPr/>
          <p:nvPr>
            <p:custDataLst>
              <p:tags r:id="rId3"/>
            </p:custDataLst>
          </p:nvPr>
        </p:nvSpPr>
        <p:spPr>
          <a:xfrm flipH="1">
            <a:off x="8602980" y="2611120"/>
            <a:ext cx="6912610" cy="9545320"/>
          </a:xfrm>
          <a:prstGeom prst="roundRect">
            <a:avLst>
              <a:gd name="adj" fmla="val 5989"/>
            </a:avLst>
          </a:prstGeom>
          <a:gradFill>
            <a:gsLst>
              <a:gs pos="0">
                <a:srgbClr val="BDF1E2"/>
              </a:gs>
              <a:gs pos="100000">
                <a:srgbClr val="F1D5E2">
                  <a:alpha val="44000"/>
                </a:srgbClr>
              </a:gs>
              <a:gs pos="46000">
                <a:srgbClr val="BEDEFC">
                  <a:alpha val="0"/>
                </a:srgbClr>
              </a:gs>
            </a:gsLst>
            <a:lin ang="5400000" scaled="0"/>
          </a:gradFill>
          <a:ln w="12700">
            <a:miter lim="400000"/>
          </a:ln>
          <a:effectLst>
            <a:outerShdw blurRad="215900" dist="124503" dir="3464741" rotWithShape="0">
              <a:srgbClr val="82E4C1">
                <a:alpha val="15587"/>
              </a:srgbClr>
            </a:outerShdw>
          </a:effectLst>
        </p:spPr>
        <p:txBody>
          <a:bodyPr tIns="70498" bIns="70498" anchor="ctr">
            <a:noAutofit/>
          </a:bodyPr>
          <a:lstStyle/>
          <a:p>
            <a:pPr lvl="0" algn="ctr">
              <a:buClrTx/>
              <a:buSzTx/>
              <a:buFontTx/>
              <a:defRPr>
                <a:solidFill>
                  <a:srgbClr val="FFFFFF"/>
                </a:solidFill>
              </a:defRPr>
            </a:pPr>
            <a:endParaRPr sz="59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3" name="矩形: 圆角 31"/>
          <p:cNvSpPr/>
          <p:nvPr/>
        </p:nvSpPr>
        <p:spPr>
          <a:xfrm>
            <a:off x="1285240" y="2611120"/>
            <a:ext cx="6912610" cy="9512300"/>
          </a:xfrm>
          <a:prstGeom prst="roundRect">
            <a:avLst>
              <a:gd name="adj" fmla="val 5015"/>
            </a:avLst>
          </a:prstGeom>
          <a:gradFill>
            <a:gsLst>
              <a:gs pos="0">
                <a:srgbClr val="92C3FC"/>
              </a:gs>
              <a:gs pos="100000">
                <a:srgbClr val="C3E0FC">
                  <a:alpha val="32000"/>
                </a:srgbClr>
              </a:gs>
              <a:gs pos="43000">
                <a:srgbClr val="BEDEFC">
                  <a:alpha val="0"/>
                </a:srgbClr>
              </a:gs>
            </a:gsLst>
            <a:lin ang="5400000" scaled="0"/>
          </a:gradFill>
          <a:ln w="12700">
            <a:miter lim="400000"/>
          </a:ln>
          <a:effectLst>
            <a:outerShdw blurRad="215900" dist="124503" dir="3464741" rotWithShape="0">
              <a:srgbClr val="6478F3">
                <a:alpha val="15587"/>
              </a:srgbClr>
            </a:outerShdw>
          </a:effectLst>
        </p:spPr>
        <p:txBody>
          <a:bodyPr tIns="70498" bIns="70498" anchor="ctr">
            <a:noAutofit/>
          </a:bodyPr>
          <a:lstStyle/>
          <a:p>
            <a:pPr lvl="0" algn="ctr">
              <a:buClrTx/>
              <a:buSzTx/>
              <a:buFontTx/>
              <a:defRPr>
                <a:solidFill>
                  <a:srgbClr val="FFFFFF"/>
                </a:solidFill>
              </a:defRPr>
            </a:pPr>
            <a:endParaRPr sz="590">
              <a:solidFill>
                <a:srgbClr val="BEDEFC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8" name="矩形: 圆角 44"/>
          <p:cNvSpPr/>
          <p:nvPr>
            <p:custDataLst>
              <p:tags r:id="rId4"/>
            </p:custDataLst>
          </p:nvPr>
        </p:nvSpPr>
        <p:spPr>
          <a:xfrm>
            <a:off x="15920720" y="2611120"/>
            <a:ext cx="6912610" cy="9480550"/>
          </a:xfrm>
          <a:prstGeom prst="roundRect">
            <a:avLst>
              <a:gd name="adj" fmla="val 5052"/>
            </a:avLst>
          </a:prstGeom>
          <a:gradFill>
            <a:gsLst>
              <a:gs pos="0">
                <a:srgbClr val="C0CAFC"/>
              </a:gs>
              <a:gs pos="100000">
                <a:srgbClr val="7398F0">
                  <a:alpha val="38000"/>
                </a:srgbClr>
              </a:gs>
              <a:gs pos="43000">
                <a:srgbClr val="BEDEFC">
                  <a:alpha val="0"/>
                </a:srgbClr>
              </a:gs>
            </a:gsLst>
            <a:lin ang="5400000" scaled="0"/>
          </a:gradFill>
          <a:ln w="12700">
            <a:miter lim="400000"/>
          </a:ln>
          <a:effectLst>
            <a:outerShdw blurRad="215900" dist="124503" dir="3464741" rotWithShape="0">
              <a:srgbClr val="7B53B6">
                <a:alpha val="15587"/>
              </a:srgbClr>
            </a:outerShdw>
          </a:effectLst>
        </p:spPr>
        <p:txBody>
          <a:bodyPr tIns="70498" bIns="70498" anchor="ctr">
            <a:noAutofit/>
          </a:bodyPr>
          <a:lstStyle/>
          <a:p>
            <a:pPr lvl="0" algn="ctr">
              <a:buClrTx/>
              <a:buSzTx/>
              <a:buFontTx/>
              <a:defRPr>
                <a:solidFill>
                  <a:srgbClr val="FFFFFF"/>
                </a:solidFill>
              </a:defRPr>
            </a:pPr>
            <a:endParaRPr sz="59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481150" y="2651126"/>
            <a:ext cx="652018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44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文件智能管理</a:t>
            </a:r>
            <a:endParaRPr kumimoji="1" lang="zh-CN" altLang="en-US" sz="44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16158846" y="2651126"/>
            <a:ext cx="652018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zh-CN" altLang="en-US" sz="4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办公操作自动化</a:t>
            </a:r>
            <a:endParaRPr kumimoji="1" lang="zh-CN" altLang="en-US" sz="4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8785226" y="2651126"/>
            <a:ext cx="65913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kumimoji="1" lang="zh-CN" altLang="en-US" sz="4400" b="1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多源数据分析</a:t>
            </a:r>
            <a:endParaRPr kumimoji="1" lang="zh-CN" altLang="en-US" sz="4400" b="1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cxnSp>
        <p:nvCxnSpPr>
          <p:cNvPr id="39" name="直线连接符 39"/>
          <p:cNvCxnSpPr/>
          <p:nvPr>
            <p:custDataLst>
              <p:tags r:id="rId7"/>
            </p:custDataLst>
          </p:nvPr>
        </p:nvCxnSpPr>
        <p:spPr>
          <a:xfrm>
            <a:off x="1911280" y="3798326"/>
            <a:ext cx="5760000" cy="0"/>
          </a:xfrm>
          <a:prstGeom prst="line">
            <a:avLst/>
          </a:prstGeom>
          <a:ln w="15875" cmpd="sng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41000">
                  <a:srgbClr val="FFFFFF"/>
                </a:gs>
                <a:gs pos="62000">
                  <a:srgbClr val="FFFFFF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/>
          <p:cNvCxnSpPr/>
          <p:nvPr>
            <p:custDataLst>
              <p:tags r:id="rId8"/>
            </p:custDataLst>
          </p:nvPr>
        </p:nvCxnSpPr>
        <p:spPr>
          <a:xfrm>
            <a:off x="8779440" y="3798326"/>
            <a:ext cx="5758180" cy="0"/>
          </a:xfrm>
          <a:prstGeom prst="line">
            <a:avLst/>
          </a:prstGeom>
          <a:ln w="15875" cmpd="sng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41000">
                  <a:srgbClr val="FFFFFF"/>
                </a:gs>
                <a:gs pos="62000">
                  <a:srgbClr val="FFFFFF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39"/>
          <p:cNvCxnSpPr/>
          <p:nvPr>
            <p:custDataLst>
              <p:tags r:id="rId9"/>
            </p:custDataLst>
          </p:nvPr>
        </p:nvCxnSpPr>
        <p:spPr>
          <a:xfrm>
            <a:off x="16271170" y="3798326"/>
            <a:ext cx="5758180" cy="0"/>
          </a:xfrm>
          <a:prstGeom prst="line">
            <a:avLst/>
          </a:prstGeom>
          <a:ln w="15875" cmpd="sng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41000">
                  <a:srgbClr val="FFFFFF"/>
                </a:gs>
                <a:gs pos="62000">
                  <a:srgbClr val="FFFFFF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523365" y="4190365"/>
            <a:ext cx="5955030" cy="4527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2400" b="1" noProof="1" dirty="0">
                <a:solidFill>
                  <a:srgbClr val="3A82F9"/>
                </a:solidFill>
                <a:latin typeface="微软雅黑" charset="0"/>
                <a:ea typeface="微软雅黑" charset="0"/>
                <a:cs typeface="HarmonyOS Sans SC"/>
              </a:rPr>
              <a:t>杂乱文件夹秒变有序知识库</a:t>
            </a:r>
            <a:endParaRPr kumimoji="1" lang="zh-CN" sz="2400" b="1" noProof="1">
              <a:solidFill>
                <a:srgbClr val="474ADC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30000"/>
              </a:lnSpc>
            </a:pP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告别手动翻找，AI自动整理、提取、归档——让本地文件变成随时可查的资产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 dirty="0">
                <a:solidFill>
                  <a:srgbClr val="3A82F9"/>
                </a:solidFill>
                <a:latin typeface="微软雅黑" charset="0"/>
                <a:ea typeface="微软雅黑" charset="0"/>
                <a:cs typeface="HarmonyOS Sans SC"/>
              </a:rPr>
              <a:t>典型任务：</a:t>
            </a:r>
            <a:endParaRPr lang="zh-CN" altLang="en-US" sz="2400" b="1" noProof="1" dirty="0">
              <a:solidFill>
                <a:srgbClr val="3A82F9"/>
              </a:solidFill>
              <a:latin typeface="微软雅黑" charset="0"/>
              <a:ea typeface="微软雅黑" charset="0"/>
              <a:cs typeface="HarmonyOS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智能分类归档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：按类型、项目、时间自动分类，清理重复和无效文件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批量格式转换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：Word/Excel/ PPTPDF,跨文档读取解析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关键信息提取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：从合同、纪要、报告中自动提取条款，生成结构化摘要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0"/>
          <a:srcRect l="1875" r="2159"/>
          <a:stretch>
            <a:fillRect/>
          </a:stretch>
        </p:blipFill>
        <p:spPr>
          <a:xfrm>
            <a:off x="1523060" y="9331325"/>
            <a:ext cx="6436360" cy="3176270"/>
          </a:xfrm>
          <a:prstGeom prst="roundRect">
            <a:avLst>
              <a:gd name="adj" fmla="val 7320"/>
            </a:avLst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0306" y="9331325"/>
            <a:ext cx="6581140" cy="3249930"/>
          </a:xfrm>
          <a:prstGeom prst="roundRect">
            <a:avLst>
              <a:gd name="adj" fmla="val 7320"/>
            </a:avLst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22320" y="9331325"/>
            <a:ext cx="6706870" cy="3248660"/>
          </a:xfrm>
          <a:prstGeom prst="roundRect">
            <a:avLst>
              <a:gd name="adj" fmla="val 7320"/>
            </a:avLst>
          </a:prstGeom>
        </p:spPr>
      </p:pic>
      <p:sp>
        <p:nvSpPr>
          <p:cNvPr id="54" name="文本框 53"/>
          <p:cNvSpPr txBox="1"/>
          <p:nvPr/>
        </p:nvSpPr>
        <p:spPr>
          <a:xfrm>
            <a:off x="9057640" y="4048125"/>
            <a:ext cx="5955030" cy="4812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2400" b="1" noProof="1" dirty="0">
                <a:solidFill>
                  <a:srgbClr val="3A82F9"/>
                </a:solidFill>
                <a:latin typeface="微软雅黑" charset="0"/>
                <a:ea typeface="微软雅黑" charset="0"/>
                <a:cs typeface="HarmonyOS Sans SC"/>
              </a:rPr>
              <a:t>原始数据直出决策报告</a:t>
            </a:r>
            <a:endParaRPr lang="zh-CN" altLang="en-US" sz="2400" b="1" noProof="1" dirty="0">
              <a:solidFill>
                <a:srgbClr val="3A82F9"/>
              </a:solidFill>
              <a:latin typeface="微软雅黑" charset="0"/>
              <a:ea typeface="微软雅黑" charset="0"/>
              <a:cs typeface="HarmonyOS Sans SC"/>
            </a:endParaRPr>
          </a:p>
          <a:p>
            <a:pPr>
              <a:lnSpc>
                <a:spcPct val="130000"/>
              </a:lnSpc>
            </a:pP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多源数据自动清洗、关联计算、可视化呈现，省去繁琐的手动整理与汇总，直达分析结论</a:t>
            </a:r>
            <a:r>
              <a:rPr lang="zh-CN" altLang="en-US" sz="2400" b="1" noProof="1" dirty="0">
                <a:solidFill>
                  <a:srgbClr val="3A82F9"/>
                </a:solidFill>
                <a:latin typeface="微软雅黑" charset="0"/>
                <a:ea typeface="微软雅黑" charset="0"/>
                <a:cs typeface="HarmonyOS Sans SC"/>
              </a:rPr>
              <a:t>典型任务：</a:t>
            </a:r>
            <a:endParaRPr lang="zh-CN" altLang="en-US" sz="2400" b="1" noProof="1" dirty="0">
              <a:solidFill>
                <a:srgbClr val="3A82F9"/>
              </a:solidFill>
              <a:latin typeface="微软雅黑" charset="0"/>
              <a:ea typeface="微软雅黑" charset="0"/>
              <a:cs typeface="HarmonyOS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数据预处理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：自动剔除空值、重复项，统一多格式数据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多维关联分析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：跨表关联计算、自动透视汇总，生成多维数据看板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智能汇报生成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：依据月度/季度数据，自动生成汇报PPT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6300450" y="3839210"/>
            <a:ext cx="5955030" cy="4879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2400" b="1" noProof="1" dirty="0">
                <a:solidFill>
                  <a:srgbClr val="3A82F9"/>
                </a:solidFill>
                <a:latin typeface="微软雅黑" charset="0"/>
                <a:ea typeface="微软雅黑" charset="0"/>
                <a:cs typeface="HarmonyOS Sans SC"/>
              </a:rPr>
              <a:t>重复操作交给AI代劳</a:t>
            </a:r>
            <a:endParaRPr lang="zh-CN" altLang="en-US" sz="2400" b="1" noProof="1" dirty="0">
              <a:solidFill>
                <a:srgbClr val="3A82F9"/>
              </a:solidFill>
              <a:latin typeface="微软雅黑" charset="0"/>
              <a:ea typeface="微软雅黑" charset="0"/>
              <a:cs typeface="HarmonyOS Sans SC"/>
            </a:endParaRPr>
          </a:p>
          <a:p>
            <a:pPr>
              <a:lnSpc>
                <a:spcPct val="130000"/>
              </a:lnSpc>
            </a:pP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模拟人工操作浏览器和业务系统，完成填表、查询、发送等高频流程——AI来干，你来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noProof="1" dirty="0">
                <a:solidFill>
                  <a:srgbClr val="3A82F9"/>
                </a:solidFill>
                <a:latin typeface="微软雅黑" charset="0"/>
                <a:ea typeface="微软雅黑" charset="0"/>
                <a:cs typeface="HarmonyOS Sans SC"/>
              </a:rPr>
              <a:t>典型任务：</a:t>
            </a:r>
            <a:endParaRPr lang="zh-CN" altLang="en-US" sz="2400" b="1" noProof="1" dirty="0">
              <a:solidFill>
                <a:srgbClr val="3A82F9"/>
              </a:solidFill>
              <a:latin typeface="微软雅黑" charset="0"/>
              <a:ea typeface="微软雅黑" charset="0"/>
              <a:cs typeface="HarmonyOS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网页自动操作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：填表、查询、资料下载及页面截图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业务系统巡检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：自动登录周报、报销、审批系统，完成数据填报与同步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noProof="1">
                <a:latin typeface="微软雅黑" charset="-122"/>
                <a:ea typeface="微软雅黑" charset="-122"/>
                <a:cs typeface="Noto Sans SC"/>
              </a:rPr>
              <a:t>邮件智能处理</a:t>
            </a:r>
            <a:r>
              <a:rPr lang="zh-CN" sz="2400" noProof="1">
                <a:solidFill>
                  <a:prstClr val="black">
                    <a:lumMod val="65000"/>
                    <a:lumOff val="35000"/>
                  </a:prstClr>
                </a:solidFill>
                <a:latin typeface="微软雅黑" charset="-122"/>
                <a:ea typeface="微软雅黑" charset="-122"/>
                <a:cs typeface="Noto Sans SC"/>
              </a:rPr>
              <a:t>：自动读取、分类、总结与回复邮件</a:t>
            </a:r>
            <a:endParaRPr lang="zh-CN" sz="2400" noProof="1">
              <a:solidFill>
                <a:prstClr val="black">
                  <a:lumMod val="65000"/>
                  <a:lumOff val="35000"/>
                </a:prstClr>
              </a:solidFill>
              <a:latin typeface="微软雅黑" charset="-122"/>
              <a:ea typeface="微软雅黑" charset="-122"/>
              <a:cs typeface="Noto Sans SC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532009" y="1345170"/>
            <a:ext cx="5998648" cy="10891683"/>
            <a:chOff x="12504704" y="1345170"/>
            <a:chExt cx="5998648" cy="10891683"/>
          </a:xfrm>
        </p:grpSpPr>
        <p:sp>
          <p:nvSpPr>
            <p:cNvPr id="188" name="矩形: 圆角 2"/>
            <p:cNvSpPr/>
            <p:nvPr/>
          </p:nvSpPr>
          <p:spPr>
            <a:xfrm rot="5400000">
              <a:off x="10058186" y="3791688"/>
              <a:ext cx="10891683" cy="5998647"/>
            </a:xfrm>
            <a:prstGeom prst="roundRect">
              <a:avLst>
                <a:gd name="adj" fmla="val 4880"/>
              </a:avLst>
            </a:prstGeom>
            <a:gradFill flip="none" rotWithShape="1">
              <a:gsLst>
                <a:gs pos="0">
                  <a:srgbClr val="FFFFFF">
                    <a:alpha val="45622"/>
                  </a:srgbClr>
                </a:gs>
                <a:gs pos="100000">
                  <a:srgbClr val="F1F3F8">
                    <a:alpha val="36258"/>
                  </a:srgbClr>
                </a:gs>
              </a:gsLst>
              <a:lin ang="0" scaled="0"/>
            </a:gradFill>
            <a:ln w="25400" cap="flat">
              <a:solidFill>
                <a:srgbClr val="FFFFFF"/>
              </a:solidFill>
              <a:prstDash val="solid"/>
              <a:miter lim="800000"/>
            </a:ln>
            <a:effectLst>
              <a:outerShdw blurRad="419100" dist="254562" dir="1914744" rotWithShape="0">
                <a:srgbClr val="7CB3F7">
                  <a:alpha val="62563"/>
                </a:srgbClr>
              </a:outerShdw>
            </a:effectLst>
          </p:spPr>
          <p:txBody>
            <a:bodyPr wrap="square" lIns="91439" tIns="91439" rIns="91439" bIns="91439" numCol="1" anchor="ctr">
              <a:noAutofit/>
            </a:bodyPr>
            <a:lstStyle/>
            <a:p/>
          </p:txBody>
        </p:sp>
        <p:sp>
          <p:nvSpPr>
            <p:cNvPr id="190" name="矩形: 圆角 27"/>
            <p:cNvSpPr/>
            <p:nvPr/>
          </p:nvSpPr>
          <p:spPr>
            <a:xfrm rot="16200000" flipH="1">
              <a:off x="10251122" y="3962282"/>
              <a:ext cx="10505810" cy="5656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3" y="0"/>
                  </a:moveTo>
                  <a:lnTo>
                    <a:pt x="20877" y="0"/>
                  </a:lnTo>
                  <a:cubicBezTo>
                    <a:pt x="21077" y="0"/>
                    <a:pt x="21257" y="150"/>
                    <a:pt x="21388" y="393"/>
                  </a:cubicBezTo>
                  <a:cubicBezTo>
                    <a:pt x="21519" y="636"/>
                    <a:pt x="21600" y="972"/>
                    <a:pt x="21600" y="1343"/>
                  </a:cubicBezTo>
                  <a:lnTo>
                    <a:pt x="21600" y="20257"/>
                  </a:lnTo>
                  <a:cubicBezTo>
                    <a:pt x="21600" y="20628"/>
                    <a:pt x="21519" y="20964"/>
                    <a:pt x="21388" y="21207"/>
                  </a:cubicBezTo>
                  <a:cubicBezTo>
                    <a:pt x="21257" y="21450"/>
                    <a:pt x="21077" y="21600"/>
                    <a:pt x="20877" y="21600"/>
                  </a:cubicBezTo>
                  <a:lnTo>
                    <a:pt x="723" y="21600"/>
                  </a:lnTo>
                  <a:cubicBezTo>
                    <a:pt x="523" y="21600"/>
                    <a:pt x="343" y="21450"/>
                    <a:pt x="212" y="21207"/>
                  </a:cubicBezTo>
                  <a:cubicBezTo>
                    <a:pt x="81" y="20964"/>
                    <a:pt x="0" y="20628"/>
                    <a:pt x="0" y="20257"/>
                  </a:cubicBezTo>
                  <a:lnTo>
                    <a:pt x="0" y="1343"/>
                  </a:lnTo>
                  <a:cubicBezTo>
                    <a:pt x="0" y="972"/>
                    <a:pt x="81" y="636"/>
                    <a:pt x="212" y="393"/>
                  </a:cubicBezTo>
                  <a:cubicBezTo>
                    <a:pt x="343" y="150"/>
                    <a:pt x="523" y="0"/>
                    <a:pt x="72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/>
                </a:gs>
              </a:gsLst>
              <a:path path="shape">
                <a:fillToRect l="14012" t="7389" r="85987" b="92610"/>
              </a:path>
            </a:gradFill>
            <a:ln w="12700" cap="flat">
              <a:noFill/>
              <a:miter lim="400000"/>
            </a:ln>
            <a:effectLst>
              <a:outerShdw blurRad="203200" dist="139098" dir="2828265" rotWithShape="0">
                <a:srgbClr val="04154A">
                  <a:alpha val="11398"/>
                </a:srgbClr>
              </a:outerShdw>
            </a:effectLst>
          </p:spPr>
          <p:txBody>
            <a:bodyPr wrap="square" lIns="91439" tIns="91439" rIns="91439" bIns="91439" numCol="1" anchor="ctr">
              <a:noAutofit/>
            </a:bodyPr>
            <a:lstStyle/>
            <a:p/>
          </p:txBody>
        </p:sp>
        <p:grpSp>
          <p:nvGrpSpPr>
            <p:cNvPr id="2" name="组合 1"/>
            <p:cNvGrpSpPr/>
            <p:nvPr/>
          </p:nvGrpSpPr>
          <p:grpSpPr>
            <a:xfrm>
              <a:off x="12504705" y="1345170"/>
              <a:ext cx="5998647" cy="10891682"/>
              <a:chOff x="12504705" y="1345170"/>
              <a:chExt cx="5998647" cy="10891682"/>
            </a:xfrm>
          </p:grpSpPr>
          <p:sp>
            <p:nvSpPr>
              <p:cNvPr id="189" name="矩形: 圆角 2"/>
              <p:cNvSpPr/>
              <p:nvPr/>
            </p:nvSpPr>
            <p:spPr>
              <a:xfrm rot="5400000">
                <a:off x="10058187" y="3791687"/>
                <a:ext cx="10891682" cy="5998647"/>
              </a:xfrm>
              <a:prstGeom prst="roundRect">
                <a:avLst>
                  <a:gd name="adj" fmla="val 4880"/>
                </a:avLst>
              </a:prstGeom>
              <a:gradFill flip="none" rotWithShape="1">
                <a:gsLst>
                  <a:gs pos="0">
                    <a:srgbClr val="FFFFFF">
                      <a:alpha val="22251"/>
                    </a:srgbClr>
                  </a:gs>
                  <a:gs pos="100000">
                    <a:srgbClr val="F1F3F8">
                      <a:alpha val="31947"/>
                    </a:srgbClr>
                  </a:gs>
                </a:gsLst>
                <a:lin ang="0" scaled="0"/>
              </a:gradFill>
              <a:ln w="254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/>
            </p:txBody>
          </p:sp>
          <p:sp>
            <p:nvSpPr>
              <p:cNvPr id="14" name="矩形: 圆角 27+"/>
              <p:cNvSpPr/>
              <p:nvPr/>
            </p:nvSpPr>
            <p:spPr>
              <a:xfrm rot="16200000" flipH="1">
                <a:off x="10251122" y="3962282"/>
                <a:ext cx="10505810" cy="5656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3" y="0"/>
                    </a:moveTo>
                    <a:lnTo>
                      <a:pt x="20877" y="0"/>
                    </a:lnTo>
                    <a:cubicBezTo>
                      <a:pt x="21077" y="0"/>
                      <a:pt x="21257" y="150"/>
                      <a:pt x="21388" y="393"/>
                    </a:cubicBezTo>
                    <a:cubicBezTo>
                      <a:pt x="21519" y="636"/>
                      <a:pt x="21600" y="972"/>
                      <a:pt x="21600" y="1343"/>
                    </a:cubicBezTo>
                    <a:lnTo>
                      <a:pt x="21600" y="20257"/>
                    </a:lnTo>
                    <a:cubicBezTo>
                      <a:pt x="21600" y="20628"/>
                      <a:pt x="21519" y="20964"/>
                      <a:pt x="21388" y="21207"/>
                    </a:cubicBezTo>
                    <a:cubicBezTo>
                      <a:pt x="21257" y="21450"/>
                      <a:pt x="21077" y="21600"/>
                      <a:pt x="20877" y="21600"/>
                    </a:cubicBezTo>
                    <a:lnTo>
                      <a:pt x="723" y="21600"/>
                    </a:lnTo>
                    <a:cubicBezTo>
                      <a:pt x="523" y="21600"/>
                      <a:pt x="343" y="21450"/>
                      <a:pt x="212" y="21207"/>
                    </a:cubicBezTo>
                    <a:cubicBezTo>
                      <a:pt x="81" y="20964"/>
                      <a:pt x="0" y="20628"/>
                      <a:pt x="0" y="20257"/>
                    </a:cubicBezTo>
                    <a:lnTo>
                      <a:pt x="0" y="1343"/>
                    </a:lnTo>
                    <a:cubicBezTo>
                      <a:pt x="0" y="972"/>
                      <a:pt x="81" y="636"/>
                      <a:pt x="212" y="393"/>
                    </a:cubicBezTo>
                    <a:cubicBezTo>
                      <a:pt x="343" y="150"/>
                      <a:pt x="523" y="0"/>
                      <a:pt x="72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path path="shape">
                  <a:fillToRect l="14012" t="7389" r="85987" b="92610"/>
                </a:path>
              </a:gradFill>
              <a:ln w="12700" cap="flat">
                <a:noFill/>
                <a:miter lim="400000"/>
              </a:ln>
              <a:effectLst>
                <a:innerShdw blurRad="50800" dist="38100" dir="2700000">
                  <a:srgbClr val="9AAFDB">
                    <a:alpha val="78000"/>
                  </a:srgbClr>
                </a:innerShdw>
              </a:effectLst>
            </p:spPr>
            <p:txBody>
              <a:bodyPr wrap="square" lIns="91439" tIns="91439" rIns="91439" bIns="91439" numCol="1" anchor="ctr">
                <a:noAutofit/>
              </a:bodyPr>
              <a:lstStyle/>
              <a:p/>
            </p:txBody>
          </p:sp>
        </p:grpSp>
        <p:sp>
          <p:nvSpPr>
            <p:cNvPr id="209" name="圆角矩形"/>
            <p:cNvSpPr/>
            <p:nvPr/>
          </p:nvSpPr>
          <p:spPr>
            <a:xfrm>
              <a:off x="13698945" y="10479790"/>
              <a:ext cx="3610161" cy="80331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657BA"/>
                </a:gs>
                <a:gs pos="11785">
                  <a:srgbClr val="6682EA"/>
                </a:gs>
                <a:gs pos="30031">
                  <a:srgbClr val="6C8CFF"/>
                </a:gs>
                <a:gs pos="86104">
                  <a:srgbClr val="7AC0FF"/>
                </a:gs>
                <a:gs pos="100000">
                  <a:srgbClr val="D1ECFF"/>
                </a:gs>
              </a:gsLst>
              <a:lin ang="16200000" scaled="1"/>
              <a:tileRect/>
            </a:gradFill>
            <a:ln w="12700">
              <a:miter lim="400000"/>
            </a:ln>
            <a:effectLst>
              <a:outerShdw blurRad="190500" dist="156164" dir="2900781" rotWithShape="0">
                <a:srgbClr val="0D40E3">
                  <a:alpha val="76309"/>
                </a:srgbClr>
              </a:outerShdw>
            </a:effectLst>
          </p:spPr>
          <p:txBody>
            <a:bodyPr tIns="91439" bIns="91439" anchor="ctr"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0" name="请在此输入"/>
            <p:cNvSpPr txBox="1"/>
            <p:nvPr/>
          </p:nvSpPr>
          <p:spPr>
            <a:xfrm>
              <a:off x="14463297" y="10542355"/>
              <a:ext cx="2076209" cy="725838"/>
            </a:xfrm>
            <a:prstGeom prst="rect">
              <a:avLst/>
            </a:prstGeom>
            <a:ln w="25400">
              <a:miter lim="400000"/>
            </a:ln>
          </p:spPr>
          <p:txBody>
            <a:bodyPr wrap="none" tIns="91439" bIns="91439">
              <a:spAutoFit/>
            </a:bodyPr>
            <a:lstStyle>
              <a:lvl1pPr>
                <a:lnSpc>
                  <a:spcPct val="125000"/>
                </a:lnSpc>
                <a:defRPr sz="3000">
                  <a:solidFill>
                    <a:srgbClr val="FFFFFF"/>
                  </a:solidFill>
                  <a:latin typeface="MiSans Medium"/>
                  <a:ea typeface="MiSans Medium"/>
                  <a:cs typeface="MiSans Medium"/>
                  <a:sym typeface="MiSans Medium"/>
                </a:defRPr>
              </a:lvl1pPr>
            </a:lstStyle>
            <a:p>
              <a:r>
                <a:rPr dirty="0" err="1"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rPr>
                <a:t>请在此输入</a:t>
              </a:r>
              <a:endParaRPr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endParaRPr>
            </a:p>
          </p:txBody>
        </p:sp>
      </p:grpSp>
      <p:pic>
        <p:nvPicPr>
          <p:cNvPr id="18" name="图片 17" descr="db09e54f3ad5fe4fa5dc33be926f617e"/>
          <p:cNvPicPr>
            <a:picLocks noChangeAspect="1"/>
          </p:cNvPicPr>
          <p:nvPr/>
        </p:nvPicPr>
        <p:blipFill>
          <a:blip r:embed="rId1"/>
          <a:srcRect t="6477" r="630"/>
          <a:stretch>
            <a:fillRect/>
          </a:stretch>
        </p:blipFill>
        <p:spPr>
          <a:xfrm>
            <a:off x="13002260" y="1689735"/>
            <a:ext cx="5007610" cy="10201275"/>
          </a:xfrm>
          <a:prstGeom prst="roundRect">
            <a:avLst>
              <a:gd name="adj" fmla="val 9548"/>
            </a:avLst>
          </a:prstGeom>
        </p:spPr>
      </p:pic>
      <p:sp>
        <p:nvSpPr>
          <p:cNvPr id="187" name="请在此输入…"/>
          <p:cNvSpPr txBox="1"/>
          <p:nvPr/>
        </p:nvSpPr>
        <p:spPr>
          <a:xfrm>
            <a:off x="2051467" y="4010101"/>
            <a:ext cx="4902835" cy="2335530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/>
          <a:p>
            <a:pPr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7000" dirty="0" err="1">
                <a:solidFill>
                  <a:srgbClr val="12297B"/>
                </a:solidFill>
                <a:latin typeface="微软雅黑" charset="0"/>
                <a:ea typeface="微软雅黑" charset="0"/>
                <a:cs typeface="微软雅黑" charset="0"/>
                <a:sym typeface="MiSans Demibold"/>
              </a:rPr>
              <a:t>移动端</a:t>
            </a:r>
            <a:r>
              <a:rPr lang="en-US" altLang="zh-CN" sz="7000" dirty="0" err="1">
                <a:solidFill>
                  <a:srgbClr val="12297B"/>
                </a:solidFill>
                <a:latin typeface="微软雅黑" charset="0"/>
                <a:ea typeface="微软雅黑" charset="0"/>
                <a:cs typeface="微软雅黑" charset="0"/>
                <a:sym typeface="MiSans Demibold"/>
              </a:rPr>
              <a:t>APP</a:t>
            </a:r>
            <a:endParaRPr lang="en-US" altLang="zh-CN" sz="7000" dirty="0" err="1">
              <a:solidFill>
                <a:srgbClr val="12297B"/>
              </a:solidFill>
              <a:latin typeface="微软雅黑" charset="0"/>
              <a:ea typeface="微软雅黑" charset="0"/>
              <a:cs typeface="微软雅黑" charset="0"/>
              <a:sym typeface="MiSans Demibold"/>
            </a:endParaRPr>
          </a:p>
          <a:p>
            <a:pPr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altLang="en-US" sz="7000" dirty="0" err="1">
                <a:solidFill>
                  <a:srgbClr val="12297B"/>
                </a:solidFill>
                <a:latin typeface="微软雅黑" charset="0"/>
                <a:ea typeface="微软雅黑" charset="0"/>
                <a:cs typeface="微软雅黑" charset="0"/>
                <a:sym typeface="MiSans Demibold"/>
              </a:rPr>
              <a:t>正式上线</a:t>
            </a:r>
            <a:endParaRPr lang="zh-CN" altLang="en-US" sz="7000" dirty="0" err="1">
              <a:solidFill>
                <a:srgbClr val="12297B"/>
              </a:solidFill>
              <a:latin typeface="微软雅黑" charset="0"/>
              <a:ea typeface="微软雅黑" charset="0"/>
              <a:cs typeface="微软雅黑" charset="0"/>
              <a:sym typeface="MiSans Demibold"/>
            </a:endParaRPr>
          </a:p>
        </p:txBody>
      </p:sp>
      <p:sp>
        <p:nvSpPr>
          <p:cNvPr id="196" name="矩形: 圆角 27"/>
          <p:cNvSpPr/>
          <p:nvPr/>
        </p:nvSpPr>
        <p:spPr>
          <a:xfrm>
            <a:off x="17082854" y="6040528"/>
            <a:ext cx="4883608" cy="3408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0" y="0"/>
                </a:moveTo>
                <a:lnTo>
                  <a:pt x="19450" y="0"/>
                </a:lnTo>
                <a:cubicBezTo>
                  <a:pt x="20043" y="0"/>
                  <a:pt x="20581" y="345"/>
                  <a:pt x="20970" y="902"/>
                </a:cubicBezTo>
                <a:cubicBezTo>
                  <a:pt x="21359" y="1460"/>
                  <a:pt x="21600" y="2230"/>
                  <a:pt x="21600" y="3081"/>
                </a:cubicBezTo>
                <a:lnTo>
                  <a:pt x="21600" y="18519"/>
                </a:lnTo>
                <a:cubicBezTo>
                  <a:pt x="21600" y="19370"/>
                  <a:pt x="21359" y="20140"/>
                  <a:pt x="20970" y="20698"/>
                </a:cubicBezTo>
                <a:cubicBezTo>
                  <a:pt x="20581" y="21255"/>
                  <a:pt x="20043" y="21600"/>
                  <a:pt x="19450" y="21600"/>
                </a:cubicBezTo>
                <a:lnTo>
                  <a:pt x="2150" y="21600"/>
                </a:lnTo>
                <a:cubicBezTo>
                  <a:pt x="1557" y="21600"/>
                  <a:pt x="1019" y="21255"/>
                  <a:pt x="630" y="20698"/>
                </a:cubicBezTo>
                <a:cubicBezTo>
                  <a:pt x="241" y="20140"/>
                  <a:pt x="0" y="19370"/>
                  <a:pt x="0" y="18519"/>
                </a:cubicBezTo>
                <a:lnTo>
                  <a:pt x="0" y="3081"/>
                </a:lnTo>
                <a:cubicBezTo>
                  <a:pt x="0" y="2230"/>
                  <a:pt x="241" y="1460"/>
                  <a:pt x="630" y="902"/>
                </a:cubicBezTo>
                <a:cubicBezTo>
                  <a:pt x="1019" y="345"/>
                  <a:pt x="1557" y="0"/>
                  <a:pt x="2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8EFF"/>
              </a:gs>
              <a:gs pos="22900">
                <a:srgbClr val="8C8AFF"/>
              </a:gs>
              <a:gs pos="47516">
                <a:srgbClr val="C887FF"/>
              </a:gs>
              <a:gs pos="70921">
                <a:srgbClr val="FFAA9B"/>
              </a:gs>
              <a:gs pos="100000">
                <a:srgbClr val="FFDFAC"/>
              </a:gs>
            </a:gsLst>
            <a:path path="shape">
              <a:fillToRect l="99950" t="-1411" r="49" b="101411"/>
            </a:path>
          </a:gradFill>
          <a:ln w="25400" cap="flat">
            <a:noFill/>
            <a:miter lim="400000"/>
          </a:ln>
          <a:effectLst>
            <a:outerShdw blurRad="381000" dist="218613" dir="2828265" rotWithShape="0">
              <a:srgbClr val="0C3DD9">
                <a:alpha val="34344"/>
              </a:srgbClr>
            </a:outerShdw>
          </a:effectLst>
        </p:spPr>
        <p:txBody>
          <a:bodyPr wrap="square" lIns="126998" tIns="126998" rIns="126998" bIns="126998" numCol="1" anchor="ctr">
            <a:noAutofit/>
          </a:bodyPr>
          <a:lstStyle/>
          <a:p>
            <a:pPr algn="ctr" defTabSz="1524000">
              <a:defRPr sz="2800">
                <a:solidFill>
                  <a:srgbClr val="FFFFFF"/>
                </a:solidFill>
                <a:latin typeface="D-DIN"/>
                <a:ea typeface="D-DIN"/>
                <a:cs typeface="D-DIN"/>
                <a:sym typeface="D-DIN"/>
              </a:defRPr>
            </a:pPr>
          </a:p>
        </p:txBody>
      </p:sp>
      <p:sp>
        <p:nvSpPr>
          <p:cNvPr id="211" name="矩形: 圆角 27"/>
          <p:cNvSpPr/>
          <p:nvPr/>
        </p:nvSpPr>
        <p:spPr>
          <a:xfrm>
            <a:off x="17625695" y="4010025"/>
            <a:ext cx="4901565" cy="2940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0" y="0"/>
                </a:moveTo>
                <a:lnTo>
                  <a:pt x="19450" y="0"/>
                </a:lnTo>
                <a:cubicBezTo>
                  <a:pt x="20043" y="0"/>
                  <a:pt x="20581" y="247"/>
                  <a:pt x="20970" y="646"/>
                </a:cubicBezTo>
                <a:cubicBezTo>
                  <a:pt x="21359" y="1045"/>
                  <a:pt x="21600" y="1597"/>
                  <a:pt x="21600" y="2206"/>
                </a:cubicBezTo>
                <a:lnTo>
                  <a:pt x="21600" y="19394"/>
                </a:lnTo>
                <a:cubicBezTo>
                  <a:pt x="21600" y="20003"/>
                  <a:pt x="21359" y="20555"/>
                  <a:pt x="20970" y="20954"/>
                </a:cubicBezTo>
                <a:cubicBezTo>
                  <a:pt x="20581" y="21353"/>
                  <a:pt x="20043" y="21600"/>
                  <a:pt x="19450" y="21600"/>
                </a:cubicBezTo>
                <a:lnTo>
                  <a:pt x="2150" y="21600"/>
                </a:lnTo>
                <a:cubicBezTo>
                  <a:pt x="1557" y="21600"/>
                  <a:pt x="1019" y="21353"/>
                  <a:pt x="630" y="20954"/>
                </a:cubicBezTo>
                <a:cubicBezTo>
                  <a:pt x="241" y="20555"/>
                  <a:pt x="0" y="20003"/>
                  <a:pt x="0" y="19394"/>
                </a:cubicBezTo>
                <a:lnTo>
                  <a:pt x="0" y="2206"/>
                </a:lnTo>
                <a:cubicBezTo>
                  <a:pt x="0" y="1597"/>
                  <a:pt x="241" y="1045"/>
                  <a:pt x="630" y="646"/>
                </a:cubicBezTo>
                <a:cubicBezTo>
                  <a:pt x="1019" y="247"/>
                  <a:pt x="1557" y="0"/>
                  <a:pt x="2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6682EA"/>
              </a:gs>
              <a:gs pos="100000">
                <a:srgbClr val="7AC0FF"/>
              </a:gs>
            </a:gsLst>
            <a:lin ang="5400000" scaled="1"/>
            <a:tileRect/>
          </a:gradFill>
          <a:ln w="12700" cap="flat">
            <a:noFill/>
            <a:miter lim="400000"/>
          </a:ln>
          <a:effectLst>
            <a:outerShdw blurRad="444500" dist="635000" dir="2245377" rotWithShape="0">
              <a:srgbClr val="0D40E3">
                <a:alpha val="26372"/>
              </a:srgbClr>
            </a:outerShdw>
          </a:effectLst>
        </p:spPr>
        <p:txBody>
          <a:bodyPr wrap="square" lIns="91439" tIns="91439" rIns="91439" bIns="91439" numCol="1" anchor="ctr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矩形: 圆角 27+"/>
          <p:cNvSpPr/>
          <p:nvPr/>
        </p:nvSpPr>
        <p:spPr>
          <a:xfrm>
            <a:off x="17625695" y="4010025"/>
            <a:ext cx="4901565" cy="2940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0" y="0"/>
                </a:moveTo>
                <a:lnTo>
                  <a:pt x="19450" y="0"/>
                </a:lnTo>
                <a:cubicBezTo>
                  <a:pt x="20043" y="0"/>
                  <a:pt x="20581" y="247"/>
                  <a:pt x="20970" y="646"/>
                </a:cubicBezTo>
                <a:cubicBezTo>
                  <a:pt x="21359" y="1045"/>
                  <a:pt x="21600" y="1597"/>
                  <a:pt x="21600" y="2206"/>
                </a:cubicBezTo>
                <a:lnTo>
                  <a:pt x="21600" y="19394"/>
                </a:lnTo>
                <a:cubicBezTo>
                  <a:pt x="21600" y="20003"/>
                  <a:pt x="21359" y="20555"/>
                  <a:pt x="20970" y="20954"/>
                </a:cubicBezTo>
                <a:cubicBezTo>
                  <a:pt x="20581" y="21353"/>
                  <a:pt x="20043" y="21600"/>
                  <a:pt x="19450" y="21600"/>
                </a:cubicBezTo>
                <a:lnTo>
                  <a:pt x="2150" y="21600"/>
                </a:lnTo>
                <a:cubicBezTo>
                  <a:pt x="1557" y="21600"/>
                  <a:pt x="1019" y="21353"/>
                  <a:pt x="630" y="20954"/>
                </a:cubicBezTo>
                <a:cubicBezTo>
                  <a:pt x="241" y="20555"/>
                  <a:pt x="0" y="20003"/>
                  <a:pt x="0" y="19394"/>
                </a:cubicBezTo>
                <a:lnTo>
                  <a:pt x="0" y="2206"/>
                </a:lnTo>
                <a:cubicBezTo>
                  <a:pt x="0" y="1597"/>
                  <a:pt x="241" y="1045"/>
                  <a:pt x="630" y="646"/>
                </a:cubicBezTo>
                <a:cubicBezTo>
                  <a:pt x="1019" y="247"/>
                  <a:pt x="1557" y="0"/>
                  <a:pt x="2150" y="0"/>
                </a:cubicBezTo>
                <a:close/>
              </a:path>
            </a:pathLst>
          </a:custGeom>
          <a:gradFill flip="none" rotWithShape="1">
            <a:gsLst>
              <a:gs pos="12000">
                <a:srgbClr val="6682EA"/>
              </a:gs>
              <a:gs pos="91000">
                <a:srgbClr val="7AC0FF"/>
              </a:gs>
            </a:gsLst>
            <a:path path="circle">
              <a:fillToRect l="100000" b="100000"/>
            </a:path>
            <a:tileRect t="-100000" r="-100000"/>
          </a:gradFill>
          <a:ln w="12700" cap="flat">
            <a:noFill/>
            <a:miter lim="400000"/>
          </a:ln>
          <a:effectLst>
            <a:innerShdw blurRad="63500" dist="50800">
              <a:srgbClr val="2F56DA">
                <a:alpha val="48000"/>
              </a:srgbClr>
            </a:innerShdw>
          </a:effectLst>
        </p:spPr>
        <p:txBody>
          <a:bodyPr wrap="square" lIns="91439" tIns="91439" rIns="91439" bIns="91439" numCol="1" anchor="ctr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23" name="文本框 35"/>
          <p:cNvSpPr txBox="1"/>
          <p:nvPr/>
        </p:nvSpPr>
        <p:spPr>
          <a:xfrm>
            <a:off x="18009870" y="4391025"/>
            <a:ext cx="3998595" cy="1524635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/>
          <a:p>
            <a:pPr>
              <a:defRPr sz="4000">
                <a:solidFill>
                  <a:srgbClr val="FFFFFF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3500" dirty="0" err="1">
                <a:solidFill>
                  <a:schemeClr val="bg1"/>
                </a:solidFill>
                <a:latin typeface="FZYouH_509R"/>
                <a:ea typeface="Alibaba PuHuiTi R"/>
                <a:cs typeface="Alibaba PuHuiTi R"/>
              </a:rPr>
              <a:t>随时随地的</a:t>
            </a:r>
            <a:r>
              <a:rPr lang="en-US" altLang="zh-CN" sz="3500" dirty="0" err="1">
                <a:solidFill>
                  <a:schemeClr val="bg1"/>
                </a:solidFill>
                <a:latin typeface="FZYouH_509R"/>
                <a:ea typeface="Alibaba PuHuiTi R"/>
                <a:cs typeface="Alibaba PuHuiTi R"/>
              </a:rPr>
              <a:t>AI</a:t>
            </a:r>
            <a:r>
              <a:rPr lang="zh-CN" sz="3500" dirty="0" err="1">
                <a:solidFill>
                  <a:schemeClr val="bg1"/>
                </a:solidFill>
                <a:latin typeface="FZYouH_509R"/>
                <a:ea typeface="Alibaba PuHuiTi R"/>
                <a:cs typeface="Alibaba PuHuiTi R"/>
              </a:rPr>
              <a:t>搭子</a:t>
            </a:r>
            <a:endParaRPr lang="zh-CN" sz="3500" dirty="0" err="1">
              <a:solidFill>
                <a:schemeClr val="bg1"/>
              </a:solidFill>
              <a:latin typeface="FZYouH_509R"/>
              <a:ea typeface="Alibaba PuHuiTi R"/>
              <a:cs typeface="Alibaba PuHuiTi R"/>
            </a:endParaRPr>
          </a:p>
        </p:txBody>
      </p:sp>
      <p:sp>
        <p:nvSpPr>
          <p:cNvPr id="13" name="矩形: 圆角 27"/>
          <p:cNvSpPr/>
          <p:nvPr/>
        </p:nvSpPr>
        <p:spPr>
          <a:xfrm>
            <a:off x="9471257" y="8049219"/>
            <a:ext cx="4561085" cy="17977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5" y="0"/>
                </a:moveTo>
                <a:lnTo>
                  <a:pt x="19935" y="0"/>
                </a:lnTo>
                <a:cubicBezTo>
                  <a:pt x="20395" y="0"/>
                  <a:pt x="20811" y="473"/>
                  <a:pt x="21112" y="1237"/>
                </a:cubicBezTo>
                <a:cubicBezTo>
                  <a:pt x="21414" y="2001"/>
                  <a:pt x="21600" y="3057"/>
                  <a:pt x="21600" y="4223"/>
                </a:cubicBezTo>
                <a:lnTo>
                  <a:pt x="21600" y="17377"/>
                </a:lnTo>
                <a:cubicBezTo>
                  <a:pt x="21600" y="18543"/>
                  <a:pt x="21414" y="19599"/>
                  <a:pt x="21112" y="20363"/>
                </a:cubicBezTo>
                <a:cubicBezTo>
                  <a:pt x="20811" y="21127"/>
                  <a:pt x="20395" y="21600"/>
                  <a:pt x="19935" y="21600"/>
                </a:cubicBezTo>
                <a:lnTo>
                  <a:pt x="1665" y="21600"/>
                </a:lnTo>
                <a:cubicBezTo>
                  <a:pt x="1205" y="21600"/>
                  <a:pt x="789" y="21127"/>
                  <a:pt x="488" y="20363"/>
                </a:cubicBezTo>
                <a:cubicBezTo>
                  <a:pt x="186" y="19599"/>
                  <a:pt x="0" y="18543"/>
                  <a:pt x="0" y="17377"/>
                </a:cubicBezTo>
                <a:lnTo>
                  <a:pt x="0" y="4223"/>
                </a:lnTo>
                <a:cubicBezTo>
                  <a:pt x="0" y="3057"/>
                  <a:pt x="186" y="2001"/>
                  <a:pt x="488" y="1237"/>
                </a:cubicBezTo>
                <a:cubicBezTo>
                  <a:pt x="789" y="473"/>
                  <a:pt x="1205" y="0"/>
                  <a:pt x="166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path path="shape">
              <a:fillToRect l="14012" t="7389" r="85987" b="92610"/>
            </a:path>
          </a:gradFill>
          <a:ln w="12700" cap="flat">
            <a:noFill/>
            <a:miter lim="400000"/>
          </a:ln>
          <a:effectLst>
            <a:outerShdw blurRad="203200" dist="250702" dir="2828265" rotWithShape="0">
              <a:srgbClr val="2F4FB6">
                <a:alpha val="33959"/>
              </a:srgbClr>
            </a:outerShdw>
          </a:effectLst>
        </p:spPr>
        <p:txBody>
          <a:bodyPr wrap="square" lIns="91439" tIns="91439" rIns="91439" bIns="91439" numCol="1" anchor="ctr">
            <a:noAutofit/>
          </a:bodyPr>
          <a:lstStyle/>
          <a:p>
            <a:endParaRPr dirty="0"/>
          </a:p>
        </p:txBody>
      </p:sp>
      <p:sp>
        <p:nvSpPr>
          <p:cNvPr id="224" name="请在此输入次级内容请在此输入"/>
          <p:cNvSpPr txBox="1"/>
          <p:nvPr/>
        </p:nvSpPr>
        <p:spPr>
          <a:xfrm>
            <a:off x="18009761" y="5107337"/>
            <a:ext cx="4078886" cy="1160362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lvl1pPr>
              <a:lnSpc>
                <a:spcPct val="125000"/>
              </a:lnSpc>
              <a:defRPr sz="2500">
                <a:solidFill>
                  <a:srgbClr val="FFFFFF"/>
                </a:solidFill>
                <a:latin typeface="MiSans Normal"/>
                <a:ea typeface="MiSans Normal"/>
                <a:cs typeface="MiSans Normal"/>
                <a:sym typeface="MiSans Normal"/>
              </a:defRPr>
            </a:lvl1pPr>
          </a:lstStyle>
          <a:p>
            <a:r>
              <a:rPr sz="2400" dirty="0" err="1">
                <a:solidFill>
                  <a:schemeClr val="bg1"/>
                </a:solidFill>
                <a:latin typeface="FZYouH_509R"/>
                <a:ea typeface="Alibaba PuHuiTi R"/>
                <a:cs typeface="Alibaba PuHuiTi R"/>
              </a:rPr>
              <a:t>无论在办公室使用电脑，还是外出时通过手机，都能随时随地发起任务</a:t>
            </a:r>
            <a:endParaRPr sz="2400" dirty="0" err="1">
              <a:solidFill>
                <a:schemeClr val="bg1"/>
              </a:solidFill>
              <a:latin typeface="FZYouH_509R"/>
              <a:ea typeface="Alibaba PuHuiTi R"/>
              <a:cs typeface="Alibaba PuHuiTi R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5169" t="5169" r="5189" b="5169"/>
          <a:stretch>
            <a:fillRect/>
          </a:stretch>
        </p:blipFill>
        <p:spPr>
          <a:xfrm>
            <a:off x="2121535" y="6746875"/>
            <a:ext cx="2701925" cy="2702560"/>
          </a:xfrm>
          <a:prstGeom prst="rect">
            <a:avLst/>
          </a:prstGeom>
        </p:spPr>
      </p:pic>
      <p:pic>
        <p:nvPicPr>
          <p:cNvPr id="21" name="图片 20" descr="Group 21472309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80000">
            <a:off x="17194530" y="10131425"/>
            <a:ext cx="3049905" cy="3049905"/>
          </a:xfrm>
          <a:prstGeom prst="rect">
            <a:avLst/>
          </a:prstGeom>
        </p:spPr>
      </p:pic>
      <p:pic>
        <p:nvPicPr>
          <p:cNvPr id="22" name="图片 21" descr="Group 21472309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580000">
            <a:off x="20944840" y="2543810"/>
            <a:ext cx="2349500" cy="2269490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7277735" y="7239635"/>
            <a:ext cx="7916545" cy="4831080"/>
            <a:chOff x="12504704" y="1345170"/>
            <a:chExt cx="5998648" cy="10891683"/>
          </a:xfrm>
        </p:grpSpPr>
        <p:sp>
          <p:nvSpPr>
            <p:cNvPr id="24" name="矩形: 圆角 2"/>
            <p:cNvSpPr/>
            <p:nvPr/>
          </p:nvSpPr>
          <p:spPr>
            <a:xfrm rot="5400000">
              <a:off x="10058186" y="3791688"/>
              <a:ext cx="10891683" cy="5998647"/>
            </a:xfrm>
            <a:prstGeom prst="roundRect">
              <a:avLst>
                <a:gd name="adj" fmla="val 4880"/>
              </a:avLst>
            </a:prstGeom>
            <a:gradFill flip="none" rotWithShape="1">
              <a:gsLst>
                <a:gs pos="0">
                  <a:srgbClr val="FFFFFF">
                    <a:alpha val="45622"/>
                  </a:srgbClr>
                </a:gs>
                <a:gs pos="100000">
                  <a:srgbClr val="F1F3F8">
                    <a:alpha val="36258"/>
                  </a:srgbClr>
                </a:gs>
              </a:gsLst>
              <a:lin ang="0" scaled="0"/>
            </a:gradFill>
            <a:ln w="25400" cap="flat">
              <a:solidFill>
                <a:srgbClr val="FFFFFF"/>
              </a:solidFill>
              <a:prstDash val="solid"/>
              <a:miter lim="800000"/>
            </a:ln>
            <a:effectLst>
              <a:outerShdw blurRad="419100" dist="254562" dir="1914744" rotWithShape="0">
                <a:srgbClr val="7CB3F7">
                  <a:alpha val="62563"/>
                </a:srgbClr>
              </a:outerShdw>
            </a:effectLst>
          </p:spPr>
          <p:txBody>
            <a:bodyPr wrap="square" lIns="91439" tIns="91439" rIns="91439" bIns="91439" numCol="1" anchor="ctr">
              <a:noAutofit/>
            </a:bodyPr>
            <a:lstStyle/>
            <a:p/>
          </p:txBody>
        </p:sp>
        <p:sp>
          <p:nvSpPr>
            <p:cNvPr id="25" name="矩形: 圆角 27"/>
            <p:cNvSpPr/>
            <p:nvPr/>
          </p:nvSpPr>
          <p:spPr>
            <a:xfrm rot="16200000" flipH="1">
              <a:off x="10251122" y="3962282"/>
              <a:ext cx="10505810" cy="5656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3" y="0"/>
                  </a:moveTo>
                  <a:lnTo>
                    <a:pt x="20877" y="0"/>
                  </a:lnTo>
                  <a:cubicBezTo>
                    <a:pt x="21077" y="0"/>
                    <a:pt x="21257" y="150"/>
                    <a:pt x="21388" y="393"/>
                  </a:cubicBezTo>
                  <a:cubicBezTo>
                    <a:pt x="21519" y="636"/>
                    <a:pt x="21600" y="972"/>
                    <a:pt x="21600" y="1343"/>
                  </a:cubicBezTo>
                  <a:lnTo>
                    <a:pt x="21600" y="20257"/>
                  </a:lnTo>
                  <a:cubicBezTo>
                    <a:pt x="21600" y="20628"/>
                    <a:pt x="21519" y="20964"/>
                    <a:pt x="21388" y="21207"/>
                  </a:cubicBezTo>
                  <a:cubicBezTo>
                    <a:pt x="21257" y="21450"/>
                    <a:pt x="21077" y="21600"/>
                    <a:pt x="20877" y="21600"/>
                  </a:cubicBezTo>
                  <a:lnTo>
                    <a:pt x="723" y="21600"/>
                  </a:lnTo>
                  <a:cubicBezTo>
                    <a:pt x="523" y="21600"/>
                    <a:pt x="343" y="21450"/>
                    <a:pt x="212" y="21207"/>
                  </a:cubicBezTo>
                  <a:cubicBezTo>
                    <a:pt x="81" y="20964"/>
                    <a:pt x="0" y="20628"/>
                    <a:pt x="0" y="20257"/>
                  </a:cubicBezTo>
                  <a:lnTo>
                    <a:pt x="0" y="1343"/>
                  </a:lnTo>
                  <a:cubicBezTo>
                    <a:pt x="0" y="972"/>
                    <a:pt x="81" y="636"/>
                    <a:pt x="212" y="393"/>
                  </a:cubicBezTo>
                  <a:cubicBezTo>
                    <a:pt x="343" y="150"/>
                    <a:pt x="523" y="0"/>
                    <a:pt x="72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FFFFFF"/>
                </a:gs>
              </a:gsLst>
              <a:path path="shape">
                <a:fillToRect l="14012" t="7389" r="85987" b="92610"/>
              </a:path>
            </a:gradFill>
            <a:ln w="12700" cap="flat">
              <a:noFill/>
              <a:miter lim="400000"/>
            </a:ln>
            <a:effectLst>
              <a:outerShdw blurRad="203200" dist="139098" dir="2828265" rotWithShape="0">
                <a:srgbClr val="04154A">
                  <a:alpha val="11398"/>
                </a:srgbClr>
              </a:outerShdw>
            </a:effectLst>
          </p:spPr>
          <p:txBody>
            <a:bodyPr wrap="square" lIns="91439" tIns="91439" rIns="91439" bIns="91439" numCol="1" anchor="ctr">
              <a:noAutofit/>
            </a:bodyPr>
            <a:lstStyle/>
            <a:p/>
          </p:txBody>
        </p:sp>
        <p:grpSp>
          <p:nvGrpSpPr>
            <p:cNvPr id="26" name="组合 25"/>
            <p:cNvGrpSpPr/>
            <p:nvPr/>
          </p:nvGrpSpPr>
          <p:grpSpPr>
            <a:xfrm>
              <a:off x="12504705" y="1345170"/>
              <a:ext cx="5998647" cy="10891682"/>
              <a:chOff x="12504705" y="1345170"/>
              <a:chExt cx="5998647" cy="10891682"/>
            </a:xfrm>
          </p:grpSpPr>
          <p:sp>
            <p:nvSpPr>
              <p:cNvPr id="27" name="矩形: 圆角 2"/>
              <p:cNvSpPr/>
              <p:nvPr/>
            </p:nvSpPr>
            <p:spPr>
              <a:xfrm rot="5400000">
                <a:off x="10058187" y="3791687"/>
                <a:ext cx="10891682" cy="5998647"/>
              </a:xfrm>
              <a:prstGeom prst="roundRect">
                <a:avLst>
                  <a:gd name="adj" fmla="val 4880"/>
                </a:avLst>
              </a:prstGeom>
              <a:gradFill flip="none" rotWithShape="1">
                <a:gsLst>
                  <a:gs pos="0">
                    <a:srgbClr val="FFFFFF">
                      <a:alpha val="22251"/>
                    </a:srgbClr>
                  </a:gs>
                  <a:gs pos="100000">
                    <a:srgbClr val="F1F3F8">
                      <a:alpha val="31947"/>
                    </a:srgbClr>
                  </a:gs>
                </a:gsLst>
                <a:lin ang="0" scaled="0"/>
              </a:gradFill>
              <a:ln w="254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/>
            </p:txBody>
          </p:sp>
          <p:sp>
            <p:nvSpPr>
              <p:cNvPr id="28" name="矩形: 圆角 27+"/>
              <p:cNvSpPr/>
              <p:nvPr/>
            </p:nvSpPr>
            <p:spPr>
              <a:xfrm rot="16200000" flipH="1">
                <a:off x="10251122" y="3962282"/>
                <a:ext cx="10505810" cy="5656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3" y="0"/>
                    </a:moveTo>
                    <a:lnTo>
                      <a:pt x="20877" y="0"/>
                    </a:lnTo>
                    <a:cubicBezTo>
                      <a:pt x="21077" y="0"/>
                      <a:pt x="21257" y="150"/>
                      <a:pt x="21388" y="393"/>
                    </a:cubicBezTo>
                    <a:cubicBezTo>
                      <a:pt x="21519" y="636"/>
                      <a:pt x="21600" y="972"/>
                      <a:pt x="21600" y="1343"/>
                    </a:cubicBezTo>
                    <a:lnTo>
                      <a:pt x="21600" y="20257"/>
                    </a:lnTo>
                    <a:cubicBezTo>
                      <a:pt x="21600" y="20628"/>
                      <a:pt x="21519" y="20964"/>
                      <a:pt x="21388" y="21207"/>
                    </a:cubicBezTo>
                    <a:cubicBezTo>
                      <a:pt x="21257" y="21450"/>
                      <a:pt x="21077" y="21600"/>
                      <a:pt x="20877" y="21600"/>
                    </a:cubicBezTo>
                    <a:lnTo>
                      <a:pt x="723" y="21600"/>
                    </a:lnTo>
                    <a:cubicBezTo>
                      <a:pt x="523" y="21600"/>
                      <a:pt x="343" y="21450"/>
                      <a:pt x="212" y="21207"/>
                    </a:cubicBezTo>
                    <a:cubicBezTo>
                      <a:pt x="81" y="20964"/>
                      <a:pt x="0" y="20628"/>
                      <a:pt x="0" y="20257"/>
                    </a:cubicBezTo>
                    <a:lnTo>
                      <a:pt x="0" y="1343"/>
                    </a:lnTo>
                    <a:cubicBezTo>
                      <a:pt x="0" y="972"/>
                      <a:pt x="81" y="636"/>
                      <a:pt x="212" y="393"/>
                    </a:cubicBezTo>
                    <a:cubicBezTo>
                      <a:pt x="343" y="150"/>
                      <a:pt x="523" y="0"/>
                      <a:pt x="72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path path="shape">
                  <a:fillToRect l="14012" t="7389" r="85987" b="92610"/>
                </a:path>
              </a:gradFill>
              <a:ln w="12700" cap="flat">
                <a:noFill/>
                <a:miter lim="400000"/>
              </a:ln>
              <a:effectLst>
                <a:innerShdw blurRad="50800" dist="38100" dir="2700000">
                  <a:srgbClr val="9AAFDB">
                    <a:alpha val="78000"/>
                  </a:srgbClr>
                </a:innerShdw>
              </a:effectLst>
            </p:spPr>
            <p:txBody>
              <a:bodyPr wrap="square" lIns="91439" tIns="91439" rIns="91439" bIns="91439" numCol="1" anchor="ctr">
                <a:noAutofit/>
              </a:bodyPr>
              <a:lstStyle/>
              <a:p/>
            </p:txBody>
          </p:sp>
        </p:grpSp>
      </p:grpSp>
      <p:pic>
        <p:nvPicPr>
          <p:cNvPr id="32" name="图片 31" descr="搭子0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035" y="7414260"/>
            <a:ext cx="6944995" cy="4543425"/>
          </a:xfrm>
          <a:prstGeom prst="rect">
            <a:avLst/>
          </a:prstGeom>
        </p:spPr>
      </p:pic>
      <p:pic>
        <p:nvPicPr>
          <p:cNvPr id="31" name="图片 30" descr="截屏2026-05-11 20.04.0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815" y="7386955"/>
            <a:ext cx="6061075" cy="4516120"/>
          </a:xfrm>
          <a:prstGeom prst="rect">
            <a:avLst/>
          </a:prstGeom>
        </p:spPr>
      </p:pic>
      <p:sp>
        <p:nvSpPr>
          <p:cNvPr id="33" name="请在此输入…"/>
          <p:cNvSpPr txBox="1"/>
          <p:nvPr/>
        </p:nvSpPr>
        <p:spPr>
          <a:xfrm>
            <a:off x="2230537" y="9657156"/>
            <a:ext cx="2278380" cy="550545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p>
            <a:pPr>
              <a:defRPr sz="7000" spc="350">
                <a:solidFill>
                  <a:srgbClr val="12297B"/>
                </a:solidFill>
                <a:latin typeface="MiSans Demibold"/>
                <a:ea typeface="MiSans Demibold"/>
                <a:cs typeface="MiSans Demibold"/>
                <a:sym typeface="MiSans Demibold"/>
              </a:defRPr>
            </a:pPr>
            <a:r>
              <a:rPr lang="zh-CN" sz="2400" dirty="0" err="1">
                <a:solidFill>
                  <a:srgbClr val="12297B"/>
                </a:solidFill>
                <a:latin typeface="微软雅黑" charset="0"/>
                <a:ea typeface="微软雅黑" charset="0"/>
                <a:cs typeface="微软雅黑" charset="0"/>
                <a:sym typeface="MiSans Demibold"/>
              </a:rPr>
              <a:t>立即扫码下载</a:t>
            </a:r>
            <a:endParaRPr lang="zh-CN" sz="2400" dirty="0" err="1">
              <a:solidFill>
                <a:srgbClr val="12297B"/>
              </a:solidFill>
              <a:latin typeface="微软雅黑" charset="0"/>
              <a:ea typeface="微软雅黑" charset="0"/>
              <a:cs typeface="微软雅黑" charset="0"/>
              <a:sym typeface="MiSans Demibold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0523220" y="4647565"/>
            <a:ext cx="9191625" cy="4420235"/>
            <a:chOff x="6254" y="3862"/>
            <a:chExt cx="25310" cy="12172"/>
          </a:xfrm>
        </p:grpSpPr>
        <p:sp>
          <p:nvSpPr>
            <p:cNvPr id="8" name="矩形"/>
            <p:cNvSpPr/>
            <p:nvPr/>
          </p:nvSpPr>
          <p:spPr>
            <a:xfrm>
              <a:off x="6256" y="5322"/>
              <a:ext cx="11868" cy="10712"/>
            </a:xfrm>
            <a:prstGeom prst="roundRect">
              <a:avLst>
                <a:gd name="adj" fmla="val 3107"/>
              </a:avLst>
            </a:prstGeom>
            <a:gradFill>
              <a:gsLst>
                <a:gs pos="100000">
                  <a:srgbClr val="FFFFFF">
                    <a:alpha val="80000"/>
                  </a:srgbClr>
                </a:gs>
                <a:gs pos="0">
                  <a:srgbClr val="FFFFFF">
                    <a:alpha val="20000"/>
                  </a:srgbClr>
                </a:gs>
              </a:gsLst>
              <a:lin ang="5400000" scaled="1"/>
            </a:gradFill>
            <a:ln w="9525" cap="flat" cmpd="sng" algn="ctr">
              <a:solidFill>
                <a:srgbClr val="FFFFFF">
                  <a:alpha val="50000"/>
                </a:srgbClr>
              </a:solidFill>
              <a:prstDash val="solid"/>
              <a:miter lim="800000"/>
            </a:ln>
            <a:effectLst>
              <a:outerShdw blurRad="127000" dist="127000" dir="5400000" sx="98000" sy="98000" rotWithShape="0">
                <a:srgbClr val="2464F5">
                  <a:alpha val="15000"/>
                </a:srgbClr>
              </a:outerShdw>
            </a:effectLst>
          </p:spPr>
          <p:txBody>
            <a:bodyPr rtlCol="0" anchor="ctr"/>
            <a:p>
              <a:pPr algn="ctr" defTabSz="180340"/>
              <a:endParaRPr sz="880" kern="0">
                <a:solidFill>
                  <a:srgbClr val="1D2139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59" name="矩形: 圆顶角 58"/>
            <p:cNvSpPr/>
            <p:nvPr/>
          </p:nvSpPr>
          <p:spPr>
            <a:xfrm>
              <a:off x="6254" y="3862"/>
              <a:ext cx="11870" cy="1462"/>
            </a:xfrm>
            <a:prstGeom prst="round2SameRect">
              <a:avLst/>
            </a:prstGeom>
            <a:gradFill flip="none" rotWithShape="1">
              <a:gsLst>
                <a:gs pos="86000">
                  <a:srgbClr val="EAA3FB"/>
                </a:gs>
                <a:gs pos="21000">
                  <a:srgbClr val="966CF8"/>
                </a:gs>
              </a:gsLst>
              <a:lin ang="0" scaled="1"/>
              <a:tileRect/>
            </a:gradFill>
            <a:ln>
              <a:noFill/>
            </a:ln>
            <a:effectLst>
              <a:innerShdw blurRad="508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zh-CN" sz="4400" dirty="0">
                  <a:solidFill>
                    <a:srgbClr val="FFFFFF">
                      <a:alpha val="100000"/>
                    </a:srgbClr>
                  </a:solidFill>
                  <a:effectLst>
                    <a:outerShdw blurRad="127000" dist="25400" dir="2700000" algn="tl" rotWithShape="0">
                      <a:srgbClr val="9C65FE"/>
                    </a:outerShdw>
                  </a:effectLst>
                  <a:latin typeface="微软雅黑" charset="0"/>
                  <a:ea typeface="微软雅黑" charset="0"/>
                  <a:cs typeface="微软雅黑" charset="0"/>
                  <a:sym typeface="方正手绘简体_准" panose="02000000000000000000" charset="-122"/>
                </a:rPr>
                <a:t>关注我们</a:t>
              </a:r>
              <a:endParaRPr lang="zh-CN" sz="4400" dirty="0">
                <a:solidFill>
                  <a:srgbClr val="FFFFFF">
                    <a:alpha val="100000"/>
                  </a:srgbClr>
                </a:solidFill>
                <a:effectLst>
                  <a:outerShdw blurRad="127000" dist="25400" dir="2700000" algn="tl" rotWithShape="0">
                    <a:srgbClr val="9C65FE"/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方正手绘简体_准" panose="02000000000000000000" charset="-122"/>
              </a:endParaRPr>
            </a:p>
          </p:txBody>
        </p:sp>
        <p:sp>
          <p:nvSpPr>
            <p:cNvPr id="5" name="矩形"/>
            <p:cNvSpPr/>
            <p:nvPr/>
          </p:nvSpPr>
          <p:spPr>
            <a:xfrm>
              <a:off x="19696" y="5322"/>
              <a:ext cx="11868" cy="10712"/>
            </a:xfrm>
            <a:prstGeom prst="roundRect">
              <a:avLst>
                <a:gd name="adj" fmla="val 3107"/>
              </a:avLst>
            </a:prstGeom>
            <a:gradFill>
              <a:gsLst>
                <a:gs pos="100000">
                  <a:srgbClr val="FFFFFF">
                    <a:alpha val="80000"/>
                  </a:srgbClr>
                </a:gs>
                <a:gs pos="0">
                  <a:srgbClr val="FFFFFF">
                    <a:alpha val="20000"/>
                  </a:srgbClr>
                </a:gs>
              </a:gsLst>
              <a:lin ang="5400000" scaled="1"/>
            </a:gradFill>
            <a:ln w="9525" cap="flat" cmpd="sng" algn="ctr">
              <a:solidFill>
                <a:srgbClr val="FFFFFF">
                  <a:alpha val="50000"/>
                </a:srgbClr>
              </a:solidFill>
              <a:prstDash val="solid"/>
              <a:miter lim="800000"/>
            </a:ln>
            <a:effectLst>
              <a:outerShdw blurRad="127000" dist="127000" dir="5400000" sx="98000" sy="98000" rotWithShape="0">
                <a:srgbClr val="2464F5">
                  <a:alpha val="15000"/>
                </a:srgbClr>
              </a:outerShdw>
            </a:effectLst>
          </p:spPr>
          <p:txBody>
            <a:bodyPr rtlCol="0" anchor="ctr"/>
            <a:p>
              <a:pPr algn="ctr" defTabSz="180340"/>
              <a:endParaRPr sz="880" kern="0">
                <a:solidFill>
                  <a:srgbClr val="1D2139"/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7" name="矩形: 圆顶角 58"/>
            <p:cNvSpPr/>
            <p:nvPr/>
          </p:nvSpPr>
          <p:spPr>
            <a:xfrm>
              <a:off x="19694" y="3862"/>
              <a:ext cx="11870" cy="1462"/>
            </a:xfrm>
            <a:prstGeom prst="round2SameRect">
              <a:avLst/>
            </a:prstGeom>
            <a:gradFill flip="none" rotWithShape="1">
              <a:gsLst>
                <a:gs pos="88000">
                  <a:srgbClr val="547DFA"/>
                </a:gs>
                <a:gs pos="21000">
                  <a:srgbClr val="547DFA"/>
                </a:gs>
              </a:gsLst>
              <a:lin ang="0" scaled="1"/>
              <a:tileRect/>
            </a:gradFill>
            <a:ln>
              <a:noFill/>
            </a:ln>
            <a:effectLst>
              <a:innerShdw blurRad="76200">
                <a:schemeClr val="bg1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215900" tIns="91440" rIns="215900" bIns="91440" numCol="1" spcCol="0" rtlCol="0" fromWordArt="0" anchor="ctr" anchorCtr="0" forceAA="0" compatLnSpc="1">
              <a:noAutofit/>
            </a:bodyPr>
            <a:lstStyle>
              <a:lvl1pPr algn="ctr">
                <a:lnSpc>
                  <a:spcPct val="125000"/>
                </a:lnSpc>
                <a:defRPr sz="2400">
                  <a:solidFill>
                    <a:srgbClr val="595959"/>
                  </a:solidFill>
                  <a:latin typeface="HarmonyOS Sans SC"/>
                  <a:ea typeface="HarmonyOS Sans SC"/>
                  <a:cs typeface="HarmonyOS Sans SC"/>
                  <a:sym typeface="HarmonyOS Sans SC"/>
                </a:defRPr>
              </a:lvl1pPr>
            </a:lstStyle>
            <a:p>
              <a:pPr lvl="0" algn="ctr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600" dirty="0">
                  <a:solidFill>
                    <a:srgbClr val="FFFFFF">
                      <a:alpha val="100000"/>
                    </a:srgbClr>
                  </a:solidFill>
                  <a:effectLst>
                    <a:outerShdw blurRad="127000" dist="25400" dir="2700000" algn="tl" rotWithShape="0">
                      <a:schemeClr val="tx2">
                        <a:lumMod val="90000"/>
                        <a:lumOff val="10000"/>
                        <a:alpha val="60000"/>
                      </a:schemeClr>
                    </a:outerShdw>
                  </a:effectLst>
                  <a:latin typeface="微软雅黑" charset="0"/>
                  <a:ea typeface="微软雅黑" charset="0"/>
                  <a:cs typeface="微软雅黑" charset="0"/>
                  <a:sym typeface="方正手绘简体_准" panose="02000000000000000000" charset="-122"/>
                </a:rPr>
                <a:t>立即下载</a:t>
              </a:r>
              <a:endParaRPr lang="zh-CN" altLang="en-US" sz="3600" dirty="0">
                <a:solidFill>
                  <a:srgbClr val="FFFFFF">
                    <a:alpha val="100000"/>
                  </a:srgbClr>
                </a:solidFill>
                <a:effectLst>
                  <a:outerShdw blurRad="127000" dist="25400" dir="2700000" algn="tl" rotWithShape="0">
                    <a:schemeClr val="tx2">
                      <a:lumMod val="90000"/>
                      <a:lumOff val="10000"/>
                      <a:alpha val="6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方正手绘简体_准" panose="02000000000000000000" charset="-122"/>
              </a:endParaRPr>
            </a:p>
          </p:txBody>
        </p:sp>
      </p:grpSp>
      <p:pic>
        <p:nvPicPr>
          <p:cNvPr id="12" name="图片 11" descr="截屏2026-05-12 12.12.1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40000" y="5383530"/>
            <a:ext cx="7012940" cy="2616835"/>
          </a:xfrm>
          <a:prstGeom prst="rect">
            <a:avLst/>
          </a:prstGeom>
        </p:spPr>
      </p:pic>
      <p:pic>
        <p:nvPicPr>
          <p:cNvPr id="15" name="图片 14" descr="qrcode_for_gh_6bdaf666bf7a_2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520" y="5220335"/>
            <a:ext cx="3682365" cy="36823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l="5367" t="5367" r="5367" b="2692"/>
          <a:stretch>
            <a:fillRect/>
          </a:stretch>
        </p:blipFill>
        <p:spPr>
          <a:xfrm>
            <a:off x="15805150" y="5330825"/>
            <a:ext cx="3411220" cy="35134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DIAGRAM_VIRTUALLY_FRAME" val="{&quot;height&quot;:300.3576377952756,&quot;left&quot;:388.3104724409449,&quot;top&quot;:128.3923622047244,&quot;width&quot;:450.94377952755895}"/>
</p:tagLst>
</file>

<file path=ppt/tags/tag2.xml><?xml version="1.0" encoding="utf-8"?>
<p:tagLst xmlns:p="http://schemas.openxmlformats.org/presentationml/2006/main">
  <p:tag name="KSO_WM_DIAGRAM_VIRTUALLY_FRAME" val="{&quot;height&quot;:300.3576377952756,&quot;left&quot;:388.3104724409449,&quot;top&quot;:128.3923622047244,&quot;width&quot;:450.94377952755895}"/>
</p:tagLst>
</file>

<file path=ppt/tags/tag3.xml><?xml version="1.0" encoding="utf-8"?>
<p:tagLst xmlns:p="http://schemas.openxmlformats.org/presentationml/2006/main">
  <p:tag name="KSO_WM_DIAGRAM_VIRTUALLY_FRAME" val="{&quot;height&quot;:300.3576377952756,&quot;left&quot;:388.3104724409449,&quot;top&quot;:128.3923622047244,&quot;width&quot;:450.94377952755895}"/>
</p:tagLst>
</file>

<file path=ppt/tags/tag4.xml><?xml version="1.0" encoding="utf-8"?>
<p:tagLst xmlns:p="http://schemas.openxmlformats.org/presentationml/2006/main">
  <p:tag name="KSO_WM_DIAGRAM_VIRTUALLY_FRAME" val="{&quot;height&quot;:300.3576377952756,&quot;left&quot;:388.3104724409449,&quot;top&quot;:128.3923622047244,&quot;width&quot;:450.94377952755895}"/>
</p:tagLst>
</file>

<file path=ppt/tags/tag5.xml><?xml version="1.0" encoding="utf-8"?>
<p:tagLst xmlns:p="http://schemas.openxmlformats.org/presentationml/2006/main">
  <p:tag name="KSO_WM_DIAGRAM_VIRTUALLY_FRAME" val="{&quot;height&quot;:300.3576377952756,&quot;left&quot;:388.3104724409449,&quot;top&quot;:128.3923622047244,&quot;width&quot;:450.94377952755895}"/>
</p:tagLst>
</file>

<file path=ppt/tags/tag6.xml><?xml version="1.0" encoding="utf-8"?>
<p:tagLst xmlns:p="http://schemas.openxmlformats.org/presentationml/2006/main">
  <p:tag name="KSO_WM_DIAGRAM_VIRTUALLY_FRAME" val="{&quot;height&quot;:221.07811023622043,&quot;left&quot;:105.52133858267716,&quot;top&quot;:164.8891338582677,&quot;width&quot;:802.804094488189}"/>
</p:tagLst>
</file>

<file path=ppt/tags/tag7.xml><?xml version="1.0" encoding="utf-8"?>
<p:tagLst xmlns:p="http://schemas.openxmlformats.org/presentationml/2006/main">
  <p:tag name="KSO_WM_DIAGRAM_VIRTUALLY_FRAME" val="{&quot;height&quot;:221.07811023622043,&quot;left&quot;:105.52133858267716,&quot;top&quot;:164.8891338582677,&quot;width&quot;:802.804094488189}"/>
</p:tagLst>
</file>

<file path=ppt/tags/tag8.xml><?xml version="1.0" encoding="utf-8"?>
<p:tagLst xmlns:p="http://schemas.openxmlformats.org/presentationml/2006/main">
  <p:tag name="KSO_WM_DIAGRAM_VIRTUALLY_FRAME" val="{&quot;height&quot;:221.07811023622043,&quot;left&quot;:105.52133858267716,&quot;top&quot;:164.8891338582677,&quot;width&quot;:802.804094488189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31DEEB"/>
      </a:accent2>
      <a:accent3>
        <a:srgbClr val="EF6B81"/>
      </a:accent3>
      <a:accent4>
        <a:srgbClr val="9358F2"/>
      </a:accent4>
      <a:accent5>
        <a:srgbClr val="3763F1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31DEEB"/>
      </a:accent2>
      <a:accent3>
        <a:srgbClr val="EF6B81"/>
      </a:accent3>
      <a:accent4>
        <a:srgbClr val="9358F2"/>
      </a:accent4>
      <a:accent5>
        <a:srgbClr val="3763F1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31DEEB"/>
      </a:accent2>
      <a:accent3>
        <a:srgbClr val="EF6B81"/>
      </a:accent3>
      <a:accent4>
        <a:srgbClr val="9358F2"/>
      </a:accent4>
      <a:accent5>
        <a:srgbClr val="3763F1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WPS 演示</Application>
  <PresentationFormat>自定义</PresentationFormat>
  <Paragraphs>157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61" baseType="lpstr">
      <vt:lpstr>Arial</vt:lpstr>
      <vt:lpstr>方正书宋_GBK</vt:lpstr>
      <vt:lpstr>Wingdings</vt:lpstr>
      <vt:lpstr>等线</vt:lpstr>
      <vt:lpstr>汉仪中等线KW</vt:lpstr>
      <vt:lpstr>MiSans Medium</vt:lpstr>
      <vt:lpstr>Alibaba PuHuiTi M</vt:lpstr>
      <vt:lpstr>Alibaba PuHuiTi R</vt:lpstr>
      <vt:lpstr>苹方-简</vt:lpstr>
      <vt:lpstr>MiSans Normal</vt:lpstr>
      <vt:lpstr>Thonburi</vt:lpstr>
      <vt:lpstr>Arial</vt:lpstr>
      <vt:lpstr>Helvetica</vt:lpstr>
      <vt:lpstr>FZYOUH_512B</vt:lpstr>
      <vt:lpstr>冬青黑体简体中文</vt:lpstr>
      <vt:lpstr>Alibaba PuHuiTi B</vt:lpstr>
      <vt:lpstr>Alibaba PuHuiTi</vt:lpstr>
      <vt:lpstr>MiSans Demibold</vt:lpstr>
      <vt:lpstr>微软雅黑</vt:lpstr>
      <vt:lpstr>汉仪旗黑</vt:lpstr>
      <vt:lpstr>FZYouH_509R</vt:lpstr>
      <vt:lpstr>Noto Sans SC</vt:lpstr>
      <vt:lpstr>HarmonyOS Sans SC</vt:lpstr>
      <vt:lpstr>微软雅黑</vt:lpstr>
      <vt:lpstr>Alibaba PuHuiTi R</vt:lpstr>
      <vt:lpstr>D-DIN</vt:lpstr>
      <vt:lpstr>方正手绘简体_准</vt:lpstr>
      <vt:lpstr>宋体</vt:lpstr>
      <vt:lpstr>Arial Unicode MS</vt:lpstr>
      <vt:lpstr>FZYouHei 508R</vt:lpstr>
      <vt:lpstr>MiSans</vt:lpstr>
      <vt:lpstr>FZYouHei 512B</vt:lpstr>
      <vt:lpstr>Wingdings</vt:lpstr>
      <vt:lpstr>FZYouHei 509R</vt:lpstr>
      <vt:lpstr>FZYOUH_509R</vt:lpstr>
      <vt:lpstr>汉仪书宋二KW</vt:lpstr>
      <vt:lpstr>等线</vt:lpstr>
      <vt:lpstr>方正悠黑_512B</vt:lpstr>
      <vt:lpstr>Source Han Sans CN Regular</vt:lpstr>
      <vt:lpstr>Source Han Sans CN Medium</vt:lpstr>
      <vt:lpstr>Alibaba PuHuiTi B</vt:lpstr>
      <vt:lpstr>Alibaba PuHuiTi M</vt:lpstr>
      <vt:lpstr>Alibaba PuHuiTi R</vt:lpstr>
      <vt:lpstr>D-DIN</vt:lpstr>
      <vt:lpstr>FZYOUH_512B</vt:lpstr>
      <vt:lpstr>FZYouH_509R</vt:lpstr>
      <vt:lpstr>HarmonyOS Sans SC</vt:lpstr>
      <vt:lpstr>MiSans</vt:lpstr>
      <vt:lpstr>MiSans Demibold</vt:lpstr>
      <vt:lpstr>MiSans Normal</vt:lpstr>
      <vt:lpstr>Noto Sans SC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leecong</cp:lastModifiedBy>
  <cp:revision>34</cp:revision>
  <dcterms:created xsi:type="dcterms:W3CDTF">2026-05-17T15:05:40Z</dcterms:created>
  <dcterms:modified xsi:type="dcterms:W3CDTF">2026-05-17T15:05:40Z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CF1764A62B0AE75AFE94026AC9054990_43</vt:lpwstr>
  </property>
  <property fmtid="{D5CDD505-2E9C-101B-9397-08002B2CF9AE}" pid="3" name="KSOProductBuildVer">
    <vt:lpwstr>2052-3.9.6.6441</vt:lpwstr>
  </property>
</Properties>
</file>